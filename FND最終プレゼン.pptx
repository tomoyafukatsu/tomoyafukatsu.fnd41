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BB14D0-8A1A-449D-A488-534C06E3F6EA}" v="65" dt="2025-11-05T21:38:02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katsu, Tomoya/深津 智也" userId="44aa3bea-af5e-4cd9-892a-7e05c2594e17" providerId="ADAL" clId="{60BB14D0-8A1A-449D-A488-534C06E3F6EA}"/>
    <pc:docChg chg="undo custSel addSld delSld modSld sldOrd">
      <pc:chgData name="Fukatsu, Tomoya/深津 智也" userId="44aa3bea-af5e-4cd9-892a-7e05c2594e17" providerId="ADAL" clId="{60BB14D0-8A1A-449D-A488-534C06E3F6EA}" dt="2025-11-05T21:39:27.412" v="2881" actId="20577"/>
      <pc:docMkLst>
        <pc:docMk/>
      </pc:docMkLst>
      <pc:sldChg chg="addSp modSp mod setBg">
        <pc:chgData name="Fukatsu, Tomoya/深津 智也" userId="44aa3bea-af5e-4cd9-892a-7e05c2594e17" providerId="ADAL" clId="{60BB14D0-8A1A-449D-A488-534C06E3F6EA}" dt="2025-11-05T20:17:38.651" v="123" actId="403"/>
        <pc:sldMkLst>
          <pc:docMk/>
          <pc:sldMk cId="2544967190" sldId="256"/>
        </pc:sldMkLst>
        <pc:spChg chg="add mod">
          <ac:chgData name="Fukatsu, Tomoya/深津 智也" userId="44aa3bea-af5e-4cd9-892a-7e05c2594e17" providerId="ADAL" clId="{60BB14D0-8A1A-449D-A488-534C06E3F6EA}" dt="2025-11-05T20:17:24.338" v="119" actId="692"/>
          <ac:spMkLst>
            <pc:docMk/>
            <pc:sldMk cId="2544967190" sldId="256"/>
            <ac:spMk id="4" creationId="{05F334A7-1240-6CD8-A9FA-0E8516D95062}"/>
          </ac:spMkLst>
        </pc:spChg>
        <pc:spChg chg="add mod">
          <ac:chgData name="Fukatsu, Tomoya/深津 智也" userId="44aa3bea-af5e-4cd9-892a-7e05c2594e17" providerId="ADAL" clId="{60BB14D0-8A1A-449D-A488-534C06E3F6EA}" dt="2025-11-05T20:14:35.327" v="65" actId="571"/>
          <ac:spMkLst>
            <pc:docMk/>
            <pc:sldMk cId="2544967190" sldId="256"/>
            <ac:spMk id="5" creationId="{B6F9AE3F-55B5-68BA-B67B-9A8DD70F577F}"/>
          </ac:spMkLst>
        </pc:spChg>
        <pc:spChg chg="add mod">
          <ac:chgData name="Fukatsu, Tomoya/深津 智也" userId="44aa3bea-af5e-4cd9-892a-7e05c2594e17" providerId="ADAL" clId="{60BB14D0-8A1A-449D-A488-534C06E3F6EA}" dt="2025-11-05T20:17:38.651" v="123" actId="403"/>
          <ac:spMkLst>
            <pc:docMk/>
            <pc:sldMk cId="2544967190" sldId="256"/>
            <ac:spMk id="6" creationId="{E0DC71B4-2914-CA45-561F-F932FAC00D1D}"/>
          </ac:spMkLst>
        </pc:spChg>
      </pc:sldChg>
      <pc:sldChg chg="addSp delSp modSp add mod setBg">
        <pc:chgData name="Fukatsu, Tomoya/深津 智也" userId="44aa3bea-af5e-4cd9-892a-7e05c2594e17" providerId="ADAL" clId="{60BB14D0-8A1A-449D-A488-534C06E3F6EA}" dt="2025-11-05T21:36:36.623" v="2794" actId="404"/>
        <pc:sldMkLst>
          <pc:docMk/>
          <pc:sldMk cId="833048729" sldId="257"/>
        </pc:sldMkLst>
        <pc:spChg chg="add mod">
          <ac:chgData name="Fukatsu, Tomoya/深津 智也" userId="44aa3bea-af5e-4cd9-892a-7e05c2594e17" providerId="ADAL" clId="{60BB14D0-8A1A-449D-A488-534C06E3F6EA}" dt="2025-11-05T21:35:42.258" v="2755" actId="20577"/>
          <ac:spMkLst>
            <pc:docMk/>
            <pc:sldMk cId="833048729" sldId="257"/>
            <ac:spMk id="2" creationId="{908C12ED-F31F-E058-41E6-8BF1927273F8}"/>
          </ac:spMkLst>
        </pc:spChg>
        <pc:spChg chg="add mod">
          <ac:chgData name="Fukatsu, Tomoya/深津 智也" userId="44aa3bea-af5e-4cd9-892a-7e05c2594e17" providerId="ADAL" clId="{60BB14D0-8A1A-449D-A488-534C06E3F6EA}" dt="2025-11-05T21:31:21.095" v="2583" actId="1036"/>
          <ac:spMkLst>
            <pc:docMk/>
            <pc:sldMk cId="833048729" sldId="257"/>
            <ac:spMk id="3" creationId="{959C7282-D3E7-D866-C065-04DFFD2B8A58}"/>
          </ac:spMkLst>
        </pc:spChg>
        <pc:spChg chg="del">
          <ac:chgData name="Fukatsu, Tomoya/深津 智也" userId="44aa3bea-af5e-4cd9-892a-7e05c2594e17" providerId="ADAL" clId="{60BB14D0-8A1A-449D-A488-534C06E3F6EA}" dt="2025-11-05T20:17:55.193" v="126" actId="478"/>
          <ac:spMkLst>
            <pc:docMk/>
            <pc:sldMk cId="833048729" sldId="257"/>
            <ac:spMk id="4" creationId="{05F334A7-1240-6CD8-A9FA-0E8516D95062}"/>
          </ac:spMkLst>
        </pc:spChg>
        <pc:spChg chg="del">
          <ac:chgData name="Fukatsu, Tomoya/深津 智也" userId="44aa3bea-af5e-4cd9-892a-7e05c2594e17" providerId="ADAL" clId="{60BB14D0-8A1A-449D-A488-534C06E3F6EA}" dt="2025-11-05T20:17:56.592" v="127" actId="478"/>
          <ac:spMkLst>
            <pc:docMk/>
            <pc:sldMk cId="833048729" sldId="257"/>
            <ac:spMk id="6" creationId="{E0DC71B4-2914-CA45-561F-F932FAC00D1D}"/>
          </ac:spMkLst>
        </pc:spChg>
        <pc:spChg chg="add mod">
          <ac:chgData name="Fukatsu, Tomoya/深津 智也" userId="44aa3bea-af5e-4cd9-892a-7e05c2594e17" providerId="ADAL" clId="{60BB14D0-8A1A-449D-A488-534C06E3F6EA}" dt="2025-11-05T20:51:04.372" v="1226" actId="20577"/>
          <ac:spMkLst>
            <pc:docMk/>
            <pc:sldMk cId="833048729" sldId="257"/>
            <ac:spMk id="10" creationId="{A486F5F3-97ED-3216-AF71-A3C50D06A136}"/>
          </ac:spMkLst>
        </pc:spChg>
        <pc:spChg chg="add mod">
          <ac:chgData name="Fukatsu, Tomoya/深津 智也" userId="44aa3bea-af5e-4cd9-892a-7e05c2594e17" providerId="ADAL" clId="{60BB14D0-8A1A-449D-A488-534C06E3F6EA}" dt="2025-11-05T20:51:08.822" v="1228" actId="1076"/>
          <ac:spMkLst>
            <pc:docMk/>
            <pc:sldMk cId="833048729" sldId="257"/>
            <ac:spMk id="13" creationId="{6DAF0BB2-E4AA-8C23-C915-379646130C8D}"/>
          </ac:spMkLst>
        </pc:spChg>
        <pc:spChg chg="add mod">
          <ac:chgData name="Fukatsu, Tomoya/深津 智也" userId="44aa3bea-af5e-4cd9-892a-7e05c2594e17" providerId="ADAL" clId="{60BB14D0-8A1A-449D-A488-534C06E3F6EA}" dt="2025-11-05T20:51:10.436" v="1229" actId="20577"/>
          <ac:spMkLst>
            <pc:docMk/>
            <pc:sldMk cId="833048729" sldId="257"/>
            <ac:spMk id="14" creationId="{C5001154-35C9-8F03-9E92-DF68CBF93FCC}"/>
          </ac:spMkLst>
        </pc:spChg>
        <pc:spChg chg="add mod">
          <ac:chgData name="Fukatsu, Tomoya/深津 智也" userId="44aa3bea-af5e-4cd9-892a-7e05c2594e17" providerId="ADAL" clId="{60BB14D0-8A1A-449D-A488-534C06E3F6EA}" dt="2025-11-05T21:36:17.935" v="2771" actId="20577"/>
          <ac:spMkLst>
            <pc:docMk/>
            <pc:sldMk cId="833048729" sldId="257"/>
            <ac:spMk id="15" creationId="{E7512475-EC84-F4CA-CDA5-80D9E8E1EF45}"/>
          </ac:spMkLst>
        </pc:spChg>
        <pc:spChg chg="add mod">
          <ac:chgData name="Fukatsu, Tomoya/深津 智也" userId="44aa3bea-af5e-4cd9-892a-7e05c2594e17" providerId="ADAL" clId="{60BB14D0-8A1A-449D-A488-534C06E3F6EA}" dt="2025-11-05T20:58:10.843" v="1297" actId="1035"/>
          <ac:spMkLst>
            <pc:docMk/>
            <pc:sldMk cId="833048729" sldId="257"/>
            <ac:spMk id="17" creationId="{DC26B7A8-8449-E558-8E71-6FE130A5DD99}"/>
          </ac:spMkLst>
        </pc:spChg>
        <pc:spChg chg="add mod">
          <ac:chgData name="Fukatsu, Tomoya/深津 智也" userId="44aa3bea-af5e-4cd9-892a-7e05c2594e17" providerId="ADAL" clId="{60BB14D0-8A1A-449D-A488-534C06E3F6EA}" dt="2025-11-05T20:58:10.843" v="1297" actId="1035"/>
          <ac:spMkLst>
            <pc:docMk/>
            <pc:sldMk cId="833048729" sldId="257"/>
            <ac:spMk id="20" creationId="{8404B022-8416-DD1F-319A-B8E9F316130C}"/>
          </ac:spMkLst>
        </pc:spChg>
        <pc:spChg chg="add del mod">
          <ac:chgData name="Fukatsu, Tomoya/深津 智也" userId="44aa3bea-af5e-4cd9-892a-7e05c2594e17" providerId="ADAL" clId="{60BB14D0-8A1A-449D-A488-534C06E3F6EA}" dt="2025-11-05T20:49:00.808" v="1189" actId="478"/>
          <ac:spMkLst>
            <pc:docMk/>
            <pc:sldMk cId="833048729" sldId="257"/>
            <ac:spMk id="21" creationId="{3D6BFAF7-FE43-9B5F-5D70-EF319F8E1315}"/>
          </ac:spMkLst>
        </pc:spChg>
        <pc:spChg chg="add del mod">
          <ac:chgData name="Fukatsu, Tomoya/深津 智也" userId="44aa3bea-af5e-4cd9-892a-7e05c2594e17" providerId="ADAL" clId="{60BB14D0-8A1A-449D-A488-534C06E3F6EA}" dt="2025-11-05T20:49:01.815" v="1190" actId="478"/>
          <ac:spMkLst>
            <pc:docMk/>
            <pc:sldMk cId="833048729" sldId="257"/>
            <ac:spMk id="22" creationId="{62A386F4-97E4-DFEB-7E3A-8D5BF919AC22}"/>
          </ac:spMkLst>
        </pc:spChg>
        <pc:spChg chg="add mod">
          <ac:chgData name="Fukatsu, Tomoya/深津 智也" userId="44aa3bea-af5e-4cd9-892a-7e05c2594e17" providerId="ADAL" clId="{60BB14D0-8A1A-449D-A488-534C06E3F6EA}" dt="2025-11-05T20:58:10.843" v="1297" actId="1035"/>
          <ac:spMkLst>
            <pc:docMk/>
            <pc:sldMk cId="833048729" sldId="257"/>
            <ac:spMk id="23" creationId="{D1A095AD-20B8-E115-AB77-3C37C2A9A249}"/>
          </ac:spMkLst>
        </pc:spChg>
        <pc:spChg chg="add mod">
          <ac:chgData name="Fukatsu, Tomoya/深津 智也" userId="44aa3bea-af5e-4cd9-892a-7e05c2594e17" providerId="ADAL" clId="{60BB14D0-8A1A-449D-A488-534C06E3F6EA}" dt="2025-11-05T20:58:10.843" v="1297" actId="1035"/>
          <ac:spMkLst>
            <pc:docMk/>
            <pc:sldMk cId="833048729" sldId="257"/>
            <ac:spMk id="24" creationId="{AF44D099-63BA-3FF1-5826-898F08F042AA}"/>
          </ac:spMkLst>
        </pc:spChg>
        <pc:spChg chg="add mod">
          <ac:chgData name="Fukatsu, Tomoya/深津 智也" userId="44aa3bea-af5e-4cd9-892a-7e05c2594e17" providerId="ADAL" clId="{60BB14D0-8A1A-449D-A488-534C06E3F6EA}" dt="2025-11-05T20:58:10.843" v="1297" actId="1035"/>
          <ac:spMkLst>
            <pc:docMk/>
            <pc:sldMk cId="833048729" sldId="257"/>
            <ac:spMk id="25" creationId="{7D78369C-FD43-FA5E-4907-F9060F94481A}"/>
          </ac:spMkLst>
        </pc:spChg>
        <pc:spChg chg="add mod">
          <ac:chgData name="Fukatsu, Tomoya/深津 智也" userId="44aa3bea-af5e-4cd9-892a-7e05c2594e17" providerId="ADAL" clId="{60BB14D0-8A1A-449D-A488-534C06E3F6EA}" dt="2025-11-05T20:58:10.843" v="1297" actId="1035"/>
          <ac:spMkLst>
            <pc:docMk/>
            <pc:sldMk cId="833048729" sldId="257"/>
            <ac:spMk id="26" creationId="{0BA68AF5-0D5C-019D-54C4-E798AC67675E}"/>
          </ac:spMkLst>
        </pc:spChg>
        <pc:spChg chg="add mod ord">
          <ac:chgData name="Fukatsu, Tomoya/深津 智也" userId="44aa3bea-af5e-4cd9-892a-7e05c2594e17" providerId="ADAL" clId="{60BB14D0-8A1A-449D-A488-534C06E3F6EA}" dt="2025-11-05T20:58:10.843" v="1297" actId="1035"/>
          <ac:spMkLst>
            <pc:docMk/>
            <pc:sldMk cId="833048729" sldId="257"/>
            <ac:spMk id="29" creationId="{B3A5C5F2-8A3E-2AA6-FF9F-31D77A4D1C64}"/>
          </ac:spMkLst>
        </pc:spChg>
        <pc:spChg chg="add mod ord">
          <ac:chgData name="Fukatsu, Tomoya/深津 智也" userId="44aa3bea-af5e-4cd9-892a-7e05c2594e17" providerId="ADAL" clId="{60BB14D0-8A1A-449D-A488-534C06E3F6EA}" dt="2025-11-05T20:58:10.843" v="1297" actId="1035"/>
          <ac:spMkLst>
            <pc:docMk/>
            <pc:sldMk cId="833048729" sldId="257"/>
            <ac:spMk id="30" creationId="{2BEC2CAF-83D3-560B-A5DA-753A57A397F0}"/>
          </ac:spMkLst>
        </pc:spChg>
        <pc:spChg chg="add mod">
          <ac:chgData name="Fukatsu, Tomoya/深津 智也" userId="44aa3bea-af5e-4cd9-892a-7e05c2594e17" providerId="ADAL" clId="{60BB14D0-8A1A-449D-A488-534C06E3F6EA}" dt="2025-11-05T21:36:36.623" v="2794" actId="404"/>
          <ac:spMkLst>
            <pc:docMk/>
            <pc:sldMk cId="833048729" sldId="257"/>
            <ac:spMk id="31" creationId="{E63AD000-B754-EFD0-B981-C62824630144}"/>
          </ac:spMkLst>
        </pc:spChg>
        <pc:picChg chg="add mod">
          <ac:chgData name="Fukatsu, Tomoya/深津 智也" userId="44aa3bea-af5e-4cd9-892a-7e05c2594e17" providerId="ADAL" clId="{60BB14D0-8A1A-449D-A488-534C06E3F6EA}" dt="2025-11-05T20:39:31.777" v="536" actId="1076"/>
          <ac:picMkLst>
            <pc:docMk/>
            <pc:sldMk cId="833048729" sldId="257"/>
            <ac:picMk id="7" creationId="{F148AE7E-15DA-F8D5-A7E9-94F58DFB3AF1}"/>
          </ac:picMkLst>
        </pc:picChg>
        <pc:picChg chg="add mod">
          <ac:chgData name="Fukatsu, Tomoya/深津 智也" userId="44aa3bea-af5e-4cd9-892a-7e05c2594e17" providerId="ADAL" clId="{60BB14D0-8A1A-449D-A488-534C06E3F6EA}" dt="2025-11-05T20:51:19.284" v="1231" actId="1076"/>
          <ac:picMkLst>
            <pc:docMk/>
            <pc:sldMk cId="833048729" sldId="257"/>
            <ac:picMk id="9" creationId="{1A27F9B2-D73B-C385-0296-7E3A2D20E742}"/>
          </ac:picMkLst>
        </pc:picChg>
        <pc:picChg chg="add del mod modCrop">
          <ac:chgData name="Fukatsu, Tomoya/深津 智也" userId="44aa3bea-af5e-4cd9-892a-7e05c2594e17" providerId="ADAL" clId="{60BB14D0-8A1A-449D-A488-534C06E3F6EA}" dt="2025-11-05T20:42:22.913" v="664" actId="478"/>
          <ac:picMkLst>
            <pc:docMk/>
            <pc:sldMk cId="833048729" sldId="257"/>
            <ac:picMk id="12" creationId="{4F8D2E2C-A597-9CC8-C90A-305C8D25EE3D}"/>
          </ac:picMkLst>
        </pc:picChg>
        <pc:picChg chg="add del mod">
          <ac:chgData name="Fukatsu, Tomoya/深津 智也" userId="44aa3bea-af5e-4cd9-892a-7e05c2594e17" providerId="ADAL" clId="{60BB14D0-8A1A-449D-A488-534C06E3F6EA}" dt="2025-11-05T20:49:35.592" v="1198" actId="478"/>
          <ac:picMkLst>
            <pc:docMk/>
            <pc:sldMk cId="833048729" sldId="257"/>
            <ac:picMk id="16" creationId="{B6E05E6D-0B43-64A1-A7DB-02BC4C78A348}"/>
          </ac:picMkLst>
        </pc:picChg>
        <pc:picChg chg="add mod">
          <ac:chgData name="Fukatsu, Tomoya/深津 智也" userId="44aa3bea-af5e-4cd9-892a-7e05c2594e17" providerId="ADAL" clId="{60BB14D0-8A1A-449D-A488-534C06E3F6EA}" dt="2025-11-05T20:43:10.703" v="669" actId="1076"/>
          <ac:picMkLst>
            <pc:docMk/>
            <pc:sldMk cId="833048729" sldId="257"/>
            <ac:picMk id="19" creationId="{575F84A9-FDFC-3BAE-5F75-8859639CCC17}"/>
          </ac:picMkLst>
        </pc:picChg>
        <pc:picChg chg="add mod">
          <ac:chgData name="Fukatsu, Tomoya/深津 智也" userId="44aa3bea-af5e-4cd9-892a-7e05c2594e17" providerId="ADAL" clId="{60BB14D0-8A1A-449D-A488-534C06E3F6EA}" dt="2025-11-05T20:49:46.646" v="1205" actId="1076"/>
          <ac:picMkLst>
            <pc:docMk/>
            <pc:sldMk cId="833048729" sldId="257"/>
            <ac:picMk id="28" creationId="{EB5C260B-9A9E-55E1-651E-1D8E36A9636C}"/>
          </ac:picMkLst>
        </pc:picChg>
      </pc:sldChg>
      <pc:sldChg chg="delSp add del mod setBg">
        <pc:chgData name="Fukatsu, Tomoya/深津 智也" userId="44aa3bea-af5e-4cd9-892a-7e05c2594e17" providerId="ADAL" clId="{60BB14D0-8A1A-449D-A488-534C06E3F6EA}" dt="2025-11-05T20:51:50.809" v="1233" actId="47"/>
        <pc:sldMkLst>
          <pc:docMk/>
          <pc:sldMk cId="897751262" sldId="258"/>
        </pc:sldMkLst>
        <pc:spChg chg="del">
          <ac:chgData name="Fukatsu, Tomoya/深津 智也" userId="44aa3bea-af5e-4cd9-892a-7e05c2594e17" providerId="ADAL" clId="{60BB14D0-8A1A-449D-A488-534C06E3F6EA}" dt="2025-11-05T20:17:59.625" v="128" actId="478"/>
          <ac:spMkLst>
            <pc:docMk/>
            <pc:sldMk cId="897751262" sldId="258"/>
            <ac:spMk id="4" creationId="{05F334A7-1240-6CD8-A9FA-0E8516D95062}"/>
          </ac:spMkLst>
        </pc:spChg>
        <pc:spChg chg="del">
          <ac:chgData name="Fukatsu, Tomoya/深津 智也" userId="44aa3bea-af5e-4cd9-892a-7e05c2594e17" providerId="ADAL" clId="{60BB14D0-8A1A-449D-A488-534C06E3F6EA}" dt="2025-11-05T20:18:01.058" v="129" actId="478"/>
          <ac:spMkLst>
            <pc:docMk/>
            <pc:sldMk cId="897751262" sldId="258"/>
            <ac:spMk id="6" creationId="{E0DC71B4-2914-CA45-561F-F932FAC00D1D}"/>
          </ac:spMkLst>
        </pc:spChg>
      </pc:sldChg>
      <pc:sldChg chg="addSp delSp modSp add mod">
        <pc:chgData name="Fukatsu, Tomoya/深津 智也" userId="44aa3bea-af5e-4cd9-892a-7e05c2594e17" providerId="ADAL" clId="{60BB14D0-8A1A-449D-A488-534C06E3F6EA}" dt="2025-11-05T21:35:16.543" v="2751" actId="1076"/>
        <pc:sldMkLst>
          <pc:docMk/>
          <pc:sldMk cId="2973059008" sldId="258"/>
        </pc:sldMkLst>
        <pc:spChg chg="mod">
          <ac:chgData name="Fukatsu, Tomoya/深津 智也" userId="44aa3bea-af5e-4cd9-892a-7e05c2594e17" providerId="ADAL" clId="{60BB14D0-8A1A-449D-A488-534C06E3F6EA}" dt="2025-11-05T21:22:26.925" v="1908" actId="20577"/>
          <ac:spMkLst>
            <pc:docMk/>
            <pc:sldMk cId="2973059008" sldId="258"/>
            <ac:spMk id="2" creationId="{908C12ED-F31F-E058-41E6-8BF1927273F8}"/>
          </ac:spMkLst>
        </pc:spChg>
        <pc:spChg chg="mod">
          <ac:chgData name="Fukatsu, Tomoya/深津 智也" userId="44aa3bea-af5e-4cd9-892a-7e05c2594e17" providerId="ADAL" clId="{60BB14D0-8A1A-449D-A488-534C06E3F6EA}" dt="2025-11-05T21:31:28.605" v="2584" actId="14100"/>
          <ac:spMkLst>
            <pc:docMk/>
            <pc:sldMk cId="2973059008" sldId="258"/>
            <ac:spMk id="3" creationId="{959C7282-D3E7-D866-C065-04DFFD2B8A58}"/>
          </ac:spMkLst>
        </pc:spChg>
        <pc:spChg chg="del mod">
          <ac:chgData name="Fukatsu, Tomoya/深津 智也" userId="44aa3bea-af5e-4cd9-892a-7e05c2594e17" providerId="ADAL" clId="{60BB14D0-8A1A-449D-A488-534C06E3F6EA}" dt="2025-11-05T21:03:43.853" v="1428" actId="478"/>
          <ac:spMkLst>
            <pc:docMk/>
            <pc:sldMk cId="2973059008" sldId="258"/>
            <ac:spMk id="10" creationId="{A486F5F3-97ED-3216-AF71-A3C50D06A136}"/>
          </ac:spMkLst>
        </pc:spChg>
        <pc:spChg chg="add del mod">
          <ac:chgData name="Fukatsu, Tomoya/深津 智也" userId="44aa3bea-af5e-4cd9-892a-7e05c2594e17" providerId="ADAL" clId="{60BB14D0-8A1A-449D-A488-534C06E3F6EA}" dt="2025-11-05T21:08:11.894" v="1497" actId="478"/>
          <ac:spMkLst>
            <pc:docMk/>
            <pc:sldMk cId="2973059008" sldId="258"/>
            <ac:spMk id="11" creationId="{D3794135-9BF1-63B6-0189-5A842BCC05BE}"/>
          </ac:spMkLst>
        </pc:spChg>
        <pc:spChg chg="del">
          <ac:chgData name="Fukatsu, Tomoya/深津 智也" userId="44aa3bea-af5e-4cd9-892a-7e05c2594e17" providerId="ADAL" clId="{60BB14D0-8A1A-449D-A488-534C06E3F6EA}" dt="2025-11-05T21:08:02.510" v="1493" actId="478"/>
          <ac:spMkLst>
            <pc:docMk/>
            <pc:sldMk cId="2973059008" sldId="258"/>
            <ac:spMk id="13" creationId="{6DAF0BB2-E4AA-8C23-C915-379646130C8D}"/>
          </ac:spMkLst>
        </pc:spChg>
        <pc:spChg chg="del">
          <ac:chgData name="Fukatsu, Tomoya/深津 智也" userId="44aa3bea-af5e-4cd9-892a-7e05c2594e17" providerId="ADAL" clId="{60BB14D0-8A1A-449D-A488-534C06E3F6EA}" dt="2025-11-05T21:08:03.478" v="1494" actId="478"/>
          <ac:spMkLst>
            <pc:docMk/>
            <pc:sldMk cId="2973059008" sldId="258"/>
            <ac:spMk id="14" creationId="{C5001154-35C9-8F03-9E92-DF68CBF93FCC}"/>
          </ac:spMkLst>
        </pc:spChg>
        <pc:spChg chg="del">
          <ac:chgData name="Fukatsu, Tomoya/深津 智也" userId="44aa3bea-af5e-4cd9-892a-7e05c2594e17" providerId="ADAL" clId="{60BB14D0-8A1A-449D-A488-534C06E3F6EA}" dt="2025-11-05T20:52:30.262" v="1269" actId="478"/>
          <ac:spMkLst>
            <pc:docMk/>
            <pc:sldMk cId="2973059008" sldId="258"/>
            <ac:spMk id="15" creationId="{E7512475-EC84-F4CA-CDA5-80D9E8E1EF45}"/>
          </ac:spMkLst>
        </pc:spChg>
        <pc:spChg chg="add mod">
          <ac:chgData name="Fukatsu, Tomoya/深津 智也" userId="44aa3bea-af5e-4cd9-892a-7e05c2594e17" providerId="ADAL" clId="{60BB14D0-8A1A-449D-A488-534C06E3F6EA}" dt="2025-11-05T21:20:18.741" v="1804" actId="1036"/>
          <ac:spMkLst>
            <pc:docMk/>
            <pc:sldMk cId="2973059008" sldId="258"/>
            <ac:spMk id="16" creationId="{B2288117-9389-FC0B-688B-B6514837D6DA}"/>
          </ac:spMkLst>
        </pc:spChg>
        <pc:spChg chg="del">
          <ac:chgData name="Fukatsu, Tomoya/深津 智也" userId="44aa3bea-af5e-4cd9-892a-7e05c2594e17" providerId="ADAL" clId="{60BB14D0-8A1A-449D-A488-534C06E3F6EA}" dt="2025-11-05T20:52:30.262" v="1269" actId="478"/>
          <ac:spMkLst>
            <pc:docMk/>
            <pc:sldMk cId="2973059008" sldId="258"/>
            <ac:spMk id="17" creationId="{DC26B7A8-8449-E558-8E71-6FE130A5DD99}"/>
          </ac:spMkLst>
        </pc:spChg>
        <pc:spChg chg="add mod">
          <ac:chgData name="Fukatsu, Tomoya/深津 智也" userId="44aa3bea-af5e-4cd9-892a-7e05c2594e17" providerId="ADAL" clId="{60BB14D0-8A1A-449D-A488-534C06E3F6EA}" dt="2025-11-05T21:20:18.741" v="1804" actId="1036"/>
          <ac:spMkLst>
            <pc:docMk/>
            <pc:sldMk cId="2973059008" sldId="258"/>
            <ac:spMk id="18" creationId="{C9BCEA22-045F-2C8A-C3A1-A779A6C60EFE}"/>
          </ac:spMkLst>
        </pc:spChg>
        <pc:spChg chg="del">
          <ac:chgData name="Fukatsu, Tomoya/深津 智也" userId="44aa3bea-af5e-4cd9-892a-7e05c2594e17" providerId="ADAL" clId="{60BB14D0-8A1A-449D-A488-534C06E3F6EA}" dt="2025-11-05T20:52:30.262" v="1269" actId="478"/>
          <ac:spMkLst>
            <pc:docMk/>
            <pc:sldMk cId="2973059008" sldId="258"/>
            <ac:spMk id="20" creationId="{8404B022-8416-DD1F-319A-B8E9F316130C}"/>
          </ac:spMkLst>
        </pc:spChg>
        <pc:spChg chg="add del mod">
          <ac:chgData name="Fukatsu, Tomoya/深津 智也" userId="44aa3bea-af5e-4cd9-892a-7e05c2594e17" providerId="ADAL" clId="{60BB14D0-8A1A-449D-A488-534C06E3F6EA}" dt="2025-11-05T21:14:22.056" v="1593" actId="478"/>
          <ac:spMkLst>
            <pc:docMk/>
            <pc:sldMk cId="2973059008" sldId="258"/>
            <ac:spMk id="21" creationId="{A1944671-66CC-7910-338D-A8CF8EB0D072}"/>
          </ac:spMkLst>
        </pc:spChg>
        <pc:spChg chg="add del mod">
          <ac:chgData name="Fukatsu, Tomoya/深津 智也" userId="44aa3bea-af5e-4cd9-892a-7e05c2594e17" providerId="ADAL" clId="{60BB14D0-8A1A-449D-A488-534C06E3F6EA}" dt="2025-11-05T21:14:20.233" v="1592" actId="478"/>
          <ac:spMkLst>
            <pc:docMk/>
            <pc:sldMk cId="2973059008" sldId="258"/>
            <ac:spMk id="22" creationId="{2C5D0D8E-CD14-AAEA-48E5-F443B060983D}"/>
          </ac:spMkLst>
        </pc:spChg>
        <pc:spChg chg="del">
          <ac:chgData name="Fukatsu, Tomoya/深津 智也" userId="44aa3bea-af5e-4cd9-892a-7e05c2594e17" providerId="ADAL" clId="{60BB14D0-8A1A-449D-A488-534C06E3F6EA}" dt="2025-11-05T20:52:30.262" v="1269" actId="478"/>
          <ac:spMkLst>
            <pc:docMk/>
            <pc:sldMk cId="2973059008" sldId="258"/>
            <ac:spMk id="23" creationId="{D1A095AD-20B8-E115-AB77-3C37C2A9A249}"/>
          </ac:spMkLst>
        </pc:spChg>
        <pc:spChg chg="del">
          <ac:chgData name="Fukatsu, Tomoya/深津 智也" userId="44aa3bea-af5e-4cd9-892a-7e05c2594e17" providerId="ADAL" clId="{60BB14D0-8A1A-449D-A488-534C06E3F6EA}" dt="2025-11-05T20:52:30.262" v="1269" actId="478"/>
          <ac:spMkLst>
            <pc:docMk/>
            <pc:sldMk cId="2973059008" sldId="258"/>
            <ac:spMk id="24" creationId="{AF44D099-63BA-3FF1-5826-898F08F042AA}"/>
          </ac:spMkLst>
        </pc:spChg>
        <pc:spChg chg="del">
          <ac:chgData name="Fukatsu, Tomoya/深津 智也" userId="44aa3bea-af5e-4cd9-892a-7e05c2594e17" providerId="ADAL" clId="{60BB14D0-8A1A-449D-A488-534C06E3F6EA}" dt="2025-11-05T20:52:30.262" v="1269" actId="478"/>
          <ac:spMkLst>
            <pc:docMk/>
            <pc:sldMk cId="2973059008" sldId="258"/>
            <ac:spMk id="25" creationId="{7D78369C-FD43-FA5E-4907-F9060F94481A}"/>
          </ac:spMkLst>
        </pc:spChg>
        <pc:spChg chg="del">
          <ac:chgData name="Fukatsu, Tomoya/深津 智也" userId="44aa3bea-af5e-4cd9-892a-7e05c2594e17" providerId="ADAL" clId="{60BB14D0-8A1A-449D-A488-534C06E3F6EA}" dt="2025-11-05T20:52:30.262" v="1269" actId="478"/>
          <ac:spMkLst>
            <pc:docMk/>
            <pc:sldMk cId="2973059008" sldId="258"/>
            <ac:spMk id="26" creationId="{0BA68AF5-0D5C-019D-54C4-E798AC67675E}"/>
          </ac:spMkLst>
        </pc:spChg>
        <pc:spChg chg="add del mod">
          <ac:chgData name="Fukatsu, Tomoya/深津 智也" userId="44aa3bea-af5e-4cd9-892a-7e05c2594e17" providerId="ADAL" clId="{60BB14D0-8A1A-449D-A488-534C06E3F6EA}" dt="2025-11-05T21:14:19.265" v="1591" actId="478"/>
          <ac:spMkLst>
            <pc:docMk/>
            <pc:sldMk cId="2973059008" sldId="258"/>
            <ac:spMk id="27" creationId="{76F7A38C-F773-C743-32A8-6B36A7B6D673}"/>
          </ac:spMkLst>
        </pc:spChg>
        <pc:spChg chg="del">
          <ac:chgData name="Fukatsu, Tomoya/深津 智也" userId="44aa3bea-af5e-4cd9-892a-7e05c2594e17" providerId="ADAL" clId="{60BB14D0-8A1A-449D-A488-534C06E3F6EA}" dt="2025-11-05T20:52:30.262" v="1269" actId="478"/>
          <ac:spMkLst>
            <pc:docMk/>
            <pc:sldMk cId="2973059008" sldId="258"/>
            <ac:spMk id="29" creationId="{B3A5C5F2-8A3E-2AA6-FF9F-31D77A4D1C64}"/>
          </ac:spMkLst>
        </pc:spChg>
        <pc:spChg chg="del">
          <ac:chgData name="Fukatsu, Tomoya/深津 智也" userId="44aa3bea-af5e-4cd9-892a-7e05c2594e17" providerId="ADAL" clId="{60BB14D0-8A1A-449D-A488-534C06E3F6EA}" dt="2025-11-05T20:52:30.262" v="1269" actId="478"/>
          <ac:spMkLst>
            <pc:docMk/>
            <pc:sldMk cId="2973059008" sldId="258"/>
            <ac:spMk id="30" creationId="{2BEC2CAF-83D3-560B-A5DA-753A57A397F0}"/>
          </ac:spMkLst>
        </pc:spChg>
        <pc:spChg chg="add">
          <ac:chgData name="Fukatsu, Tomoya/深津 智也" userId="44aa3bea-af5e-4cd9-892a-7e05c2594e17" providerId="ADAL" clId="{60BB14D0-8A1A-449D-A488-534C06E3F6EA}" dt="2025-11-05T21:02:19.985" v="1399"/>
          <ac:spMkLst>
            <pc:docMk/>
            <pc:sldMk cId="2973059008" sldId="258"/>
            <ac:spMk id="31" creationId="{CBAA4BB7-B0F2-023E-2EEE-A75045ED0D44}"/>
          </ac:spMkLst>
        </pc:spChg>
        <pc:spChg chg="add mod">
          <ac:chgData name="Fukatsu, Tomoya/深津 智也" userId="44aa3bea-af5e-4cd9-892a-7e05c2594e17" providerId="ADAL" clId="{60BB14D0-8A1A-449D-A488-534C06E3F6EA}" dt="2025-11-05T21:20:18.741" v="1804" actId="1036"/>
          <ac:spMkLst>
            <pc:docMk/>
            <pc:sldMk cId="2973059008" sldId="258"/>
            <ac:spMk id="34" creationId="{4C0FF3F2-E218-1471-F9B3-F3FA6B8D8D6E}"/>
          </ac:spMkLst>
        </pc:spChg>
        <pc:spChg chg="add mod">
          <ac:chgData name="Fukatsu, Tomoya/深津 智也" userId="44aa3bea-af5e-4cd9-892a-7e05c2594e17" providerId="ADAL" clId="{60BB14D0-8A1A-449D-A488-534C06E3F6EA}" dt="2025-11-05T21:21:16.752" v="1820" actId="14100"/>
          <ac:spMkLst>
            <pc:docMk/>
            <pc:sldMk cId="2973059008" sldId="258"/>
            <ac:spMk id="49" creationId="{7AFB2130-C429-8F05-FBA5-4A8084F01A82}"/>
          </ac:spMkLst>
        </pc:spChg>
        <pc:spChg chg="add mod">
          <ac:chgData name="Fukatsu, Tomoya/深津 智也" userId="44aa3bea-af5e-4cd9-892a-7e05c2594e17" providerId="ADAL" clId="{60BB14D0-8A1A-449D-A488-534C06E3F6EA}" dt="2025-11-05T21:21:13.280" v="1819" actId="1076"/>
          <ac:spMkLst>
            <pc:docMk/>
            <pc:sldMk cId="2973059008" sldId="258"/>
            <ac:spMk id="50" creationId="{CD42E4C0-3970-AD20-4342-8CD82DE3B8C2}"/>
          </ac:spMkLst>
        </pc:spChg>
        <pc:spChg chg="add mod">
          <ac:chgData name="Fukatsu, Tomoya/深津 智也" userId="44aa3bea-af5e-4cd9-892a-7e05c2594e17" providerId="ADAL" clId="{60BB14D0-8A1A-449D-A488-534C06E3F6EA}" dt="2025-11-05T21:20:18.741" v="1804" actId="1036"/>
          <ac:spMkLst>
            <pc:docMk/>
            <pc:sldMk cId="2973059008" sldId="258"/>
            <ac:spMk id="51" creationId="{8B1F4BC4-03DF-7D5F-8604-20A0CBA4DF8D}"/>
          </ac:spMkLst>
        </pc:spChg>
        <pc:spChg chg="add mod">
          <ac:chgData name="Fukatsu, Tomoya/深津 智也" userId="44aa3bea-af5e-4cd9-892a-7e05c2594e17" providerId="ADAL" clId="{60BB14D0-8A1A-449D-A488-534C06E3F6EA}" dt="2025-11-05T21:20:18.741" v="1804" actId="1036"/>
          <ac:spMkLst>
            <pc:docMk/>
            <pc:sldMk cId="2973059008" sldId="258"/>
            <ac:spMk id="52" creationId="{AEEAA641-F9B0-CED8-A0F7-D73255153037}"/>
          </ac:spMkLst>
        </pc:spChg>
        <pc:spChg chg="add del mod">
          <ac:chgData name="Fukatsu, Tomoya/深津 智也" userId="44aa3bea-af5e-4cd9-892a-7e05c2594e17" providerId="ADAL" clId="{60BB14D0-8A1A-449D-A488-534C06E3F6EA}" dt="2025-11-05T21:13:20.494" v="1576" actId="478"/>
          <ac:spMkLst>
            <pc:docMk/>
            <pc:sldMk cId="2973059008" sldId="258"/>
            <ac:spMk id="53" creationId="{BFA9EFD1-075A-FAEC-6412-E32FD3CED080}"/>
          </ac:spMkLst>
        </pc:spChg>
        <pc:spChg chg="add del mod ord">
          <ac:chgData name="Fukatsu, Tomoya/深津 智也" userId="44aa3bea-af5e-4cd9-892a-7e05c2594e17" providerId="ADAL" clId="{60BB14D0-8A1A-449D-A488-534C06E3F6EA}" dt="2025-11-05T21:16:37.408" v="1685" actId="478"/>
          <ac:spMkLst>
            <pc:docMk/>
            <pc:sldMk cId="2973059008" sldId="258"/>
            <ac:spMk id="54" creationId="{5A6E9118-17ED-A7CC-2440-598DAB8EE03A}"/>
          </ac:spMkLst>
        </pc:spChg>
        <pc:spChg chg="add mod">
          <ac:chgData name="Fukatsu, Tomoya/深津 智也" userId="44aa3bea-af5e-4cd9-892a-7e05c2594e17" providerId="ADAL" clId="{60BB14D0-8A1A-449D-A488-534C06E3F6EA}" dt="2025-11-05T21:16:48.151" v="1690" actId="1076"/>
          <ac:spMkLst>
            <pc:docMk/>
            <pc:sldMk cId="2973059008" sldId="258"/>
            <ac:spMk id="55" creationId="{99908D84-8783-3EBE-A06A-231B5E05EB5E}"/>
          </ac:spMkLst>
        </pc:spChg>
        <pc:spChg chg="add del mod ord">
          <ac:chgData name="Fukatsu, Tomoya/深津 智也" userId="44aa3bea-af5e-4cd9-892a-7e05c2594e17" providerId="ADAL" clId="{60BB14D0-8A1A-449D-A488-534C06E3F6EA}" dt="2025-11-05T21:16:51.073" v="1692" actId="478"/>
          <ac:spMkLst>
            <pc:docMk/>
            <pc:sldMk cId="2973059008" sldId="258"/>
            <ac:spMk id="56" creationId="{EDCE615A-AC47-3C33-42E5-0B9D52FF95CB}"/>
          </ac:spMkLst>
        </pc:spChg>
        <pc:spChg chg="add mod ord">
          <ac:chgData name="Fukatsu, Tomoya/深津 智也" userId="44aa3bea-af5e-4cd9-892a-7e05c2594e17" providerId="ADAL" clId="{60BB14D0-8A1A-449D-A488-534C06E3F6EA}" dt="2025-11-05T21:34:36.672" v="2746" actId="14100"/>
          <ac:spMkLst>
            <pc:docMk/>
            <pc:sldMk cId="2973059008" sldId="258"/>
            <ac:spMk id="57" creationId="{6A5145C9-9747-9081-C7D6-986333A7A35B}"/>
          </ac:spMkLst>
        </pc:spChg>
        <pc:spChg chg="add mod ord">
          <ac:chgData name="Fukatsu, Tomoya/深津 智也" userId="44aa3bea-af5e-4cd9-892a-7e05c2594e17" providerId="ADAL" clId="{60BB14D0-8A1A-449D-A488-534C06E3F6EA}" dt="2025-11-05T21:17:28.400" v="1703" actId="693"/>
          <ac:spMkLst>
            <pc:docMk/>
            <pc:sldMk cId="2973059008" sldId="258"/>
            <ac:spMk id="58" creationId="{41461421-59B2-07FB-9717-F3C755718CC8}"/>
          </ac:spMkLst>
        </pc:spChg>
        <pc:spChg chg="add mod">
          <ac:chgData name="Fukatsu, Tomoya/深津 智也" userId="44aa3bea-af5e-4cd9-892a-7e05c2594e17" providerId="ADAL" clId="{60BB14D0-8A1A-449D-A488-534C06E3F6EA}" dt="2025-11-05T21:23:10.254" v="1970" actId="20577"/>
          <ac:spMkLst>
            <pc:docMk/>
            <pc:sldMk cId="2973059008" sldId="258"/>
            <ac:spMk id="59" creationId="{75895FA1-50FD-455D-790B-B557D50E3080}"/>
          </ac:spMkLst>
        </pc:spChg>
        <pc:spChg chg="add mod">
          <ac:chgData name="Fukatsu, Tomoya/深津 智也" userId="44aa3bea-af5e-4cd9-892a-7e05c2594e17" providerId="ADAL" clId="{60BB14D0-8A1A-449D-A488-534C06E3F6EA}" dt="2025-11-05T21:23:24.820" v="1973" actId="1076"/>
          <ac:spMkLst>
            <pc:docMk/>
            <pc:sldMk cId="2973059008" sldId="258"/>
            <ac:spMk id="60" creationId="{5DCA8A45-06B7-ECEE-C6F2-80AB655AA945}"/>
          </ac:spMkLst>
        </pc:spChg>
        <pc:spChg chg="add del">
          <ac:chgData name="Fukatsu, Tomoya/深津 智也" userId="44aa3bea-af5e-4cd9-892a-7e05c2594e17" providerId="ADAL" clId="{60BB14D0-8A1A-449D-A488-534C06E3F6EA}" dt="2025-11-05T21:18:49.053" v="1754" actId="478"/>
          <ac:spMkLst>
            <pc:docMk/>
            <pc:sldMk cId="2973059008" sldId="258"/>
            <ac:spMk id="61" creationId="{D78EBE2E-31B4-1753-0B8B-D9BE6F20610A}"/>
          </ac:spMkLst>
        </pc:spChg>
        <pc:spChg chg="add del mod">
          <ac:chgData name="Fukatsu, Tomoya/深津 智也" userId="44aa3bea-af5e-4cd9-892a-7e05c2594e17" providerId="ADAL" clId="{60BB14D0-8A1A-449D-A488-534C06E3F6EA}" dt="2025-11-05T21:20:57.673" v="1813" actId="478"/>
          <ac:spMkLst>
            <pc:docMk/>
            <pc:sldMk cId="2973059008" sldId="258"/>
            <ac:spMk id="62" creationId="{94EFCF7E-D7EB-294D-77A3-7F90F298BEBF}"/>
          </ac:spMkLst>
        </pc:spChg>
        <pc:spChg chg="add mod">
          <ac:chgData name="Fukatsu, Tomoya/深津 智也" userId="44aa3bea-af5e-4cd9-892a-7e05c2594e17" providerId="ADAL" clId="{60BB14D0-8A1A-449D-A488-534C06E3F6EA}" dt="2025-11-05T21:23:24.820" v="1973" actId="1076"/>
          <ac:spMkLst>
            <pc:docMk/>
            <pc:sldMk cId="2973059008" sldId="258"/>
            <ac:spMk id="65" creationId="{90814FD2-59D5-2AFF-362B-8C8EAF596ED8}"/>
          </ac:spMkLst>
        </pc:spChg>
        <pc:spChg chg="add mod">
          <ac:chgData name="Fukatsu, Tomoya/深津 智也" userId="44aa3bea-af5e-4cd9-892a-7e05c2594e17" providerId="ADAL" clId="{60BB14D0-8A1A-449D-A488-534C06E3F6EA}" dt="2025-11-05T21:35:16.543" v="2751" actId="1076"/>
          <ac:spMkLst>
            <pc:docMk/>
            <pc:sldMk cId="2973059008" sldId="258"/>
            <ac:spMk id="66" creationId="{DE6244B6-CB3A-9510-61BE-C9A394A9A792}"/>
          </ac:spMkLst>
        </pc:spChg>
        <pc:spChg chg="add del mod">
          <ac:chgData name="Fukatsu, Tomoya/深津 智也" userId="44aa3bea-af5e-4cd9-892a-7e05c2594e17" providerId="ADAL" clId="{60BB14D0-8A1A-449D-A488-534C06E3F6EA}" dt="2025-11-05T21:23:19.252" v="1972" actId="478"/>
          <ac:spMkLst>
            <pc:docMk/>
            <pc:sldMk cId="2973059008" sldId="258"/>
            <ac:spMk id="67" creationId="{DEE87E64-75AA-CE2D-B553-625CE0A1B987}"/>
          </ac:spMkLst>
        </pc:spChg>
        <pc:spChg chg="add mod">
          <ac:chgData name="Fukatsu, Tomoya/深津 智也" userId="44aa3bea-af5e-4cd9-892a-7e05c2594e17" providerId="ADAL" clId="{60BB14D0-8A1A-449D-A488-534C06E3F6EA}" dt="2025-11-05T21:34:53.398" v="2750" actId="20577"/>
          <ac:spMkLst>
            <pc:docMk/>
            <pc:sldMk cId="2973059008" sldId="258"/>
            <ac:spMk id="68" creationId="{F5B61E04-E223-2238-E371-B58CBB6A37F8}"/>
          </ac:spMkLst>
        </pc:spChg>
        <pc:spChg chg="add del mod">
          <ac:chgData name="Fukatsu, Tomoya/深津 智也" userId="44aa3bea-af5e-4cd9-892a-7e05c2594e17" providerId="ADAL" clId="{60BB14D0-8A1A-449D-A488-534C06E3F6EA}" dt="2025-11-05T21:23:53.301" v="1996" actId="478"/>
          <ac:spMkLst>
            <pc:docMk/>
            <pc:sldMk cId="2973059008" sldId="258"/>
            <ac:spMk id="69" creationId="{313CD13C-E5DF-A654-D832-D942F64CEFDD}"/>
          </ac:spMkLst>
        </pc:spChg>
        <pc:spChg chg="add mod">
          <ac:chgData name="Fukatsu, Tomoya/深津 智也" userId="44aa3bea-af5e-4cd9-892a-7e05c2594e17" providerId="ADAL" clId="{60BB14D0-8A1A-449D-A488-534C06E3F6EA}" dt="2025-11-05T21:24:08.768" v="2001" actId="207"/>
          <ac:spMkLst>
            <pc:docMk/>
            <pc:sldMk cId="2973059008" sldId="258"/>
            <ac:spMk id="70" creationId="{29A3C987-F125-61F3-545E-2080E2266F59}"/>
          </ac:spMkLst>
        </pc:spChg>
        <pc:grpChg chg="add mod">
          <ac:chgData name="Fukatsu, Tomoya/深津 智也" userId="44aa3bea-af5e-4cd9-892a-7e05c2594e17" providerId="ADAL" clId="{60BB14D0-8A1A-449D-A488-534C06E3F6EA}" dt="2025-11-05T21:08:18.875" v="1498" actId="1076"/>
          <ac:grpSpMkLst>
            <pc:docMk/>
            <pc:sldMk cId="2973059008" sldId="258"/>
            <ac:grpSpMk id="42" creationId="{0D61E9F9-9078-5216-EAA6-4709D3DD9A73}"/>
          </ac:grpSpMkLst>
        </pc:grpChg>
        <pc:grpChg chg="add mod">
          <ac:chgData name="Fukatsu, Tomoya/深津 智也" userId="44aa3bea-af5e-4cd9-892a-7e05c2594e17" providerId="ADAL" clId="{60BB14D0-8A1A-449D-A488-534C06E3F6EA}" dt="2025-11-05T21:07:59.056" v="1492" actId="164"/>
          <ac:grpSpMkLst>
            <pc:docMk/>
            <pc:sldMk cId="2973059008" sldId="258"/>
            <ac:grpSpMk id="43" creationId="{B0BC07C9-1454-DAC6-86F6-5CF3E316ADAF}"/>
          </ac:grpSpMkLst>
        </pc:grpChg>
        <pc:picChg chg="add mod">
          <ac:chgData name="Fukatsu, Tomoya/深津 智也" userId="44aa3bea-af5e-4cd9-892a-7e05c2594e17" providerId="ADAL" clId="{60BB14D0-8A1A-449D-A488-534C06E3F6EA}" dt="2025-11-05T21:20:18.741" v="1804" actId="1036"/>
          <ac:picMkLst>
            <pc:docMk/>
            <pc:sldMk cId="2973059008" sldId="258"/>
            <ac:picMk id="5" creationId="{D052015F-F680-AE1F-8947-8C4317BE80D5}"/>
          </ac:picMkLst>
        </pc:picChg>
        <pc:picChg chg="del">
          <ac:chgData name="Fukatsu, Tomoya/深津 智也" userId="44aa3bea-af5e-4cd9-892a-7e05c2594e17" providerId="ADAL" clId="{60BB14D0-8A1A-449D-A488-534C06E3F6EA}" dt="2025-11-05T20:52:33.517" v="1270" actId="478"/>
          <ac:picMkLst>
            <pc:docMk/>
            <pc:sldMk cId="2973059008" sldId="258"/>
            <ac:picMk id="7" creationId="{F148AE7E-15DA-F8D5-A7E9-94F58DFB3AF1}"/>
          </ac:picMkLst>
        </pc:picChg>
        <pc:picChg chg="add mod">
          <ac:chgData name="Fukatsu, Tomoya/深津 智也" userId="44aa3bea-af5e-4cd9-892a-7e05c2594e17" providerId="ADAL" clId="{60BB14D0-8A1A-449D-A488-534C06E3F6EA}" dt="2025-11-05T21:20:18.741" v="1804" actId="1036"/>
          <ac:picMkLst>
            <pc:docMk/>
            <pc:sldMk cId="2973059008" sldId="258"/>
            <ac:picMk id="8" creationId="{B010661E-DA2B-EE7F-2C16-E145082DE6FB}"/>
          </ac:picMkLst>
        </pc:picChg>
        <pc:picChg chg="del">
          <ac:chgData name="Fukatsu, Tomoya/深津 智也" userId="44aa3bea-af5e-4cd9-892a-7e05c2594e17" providerId="ADAL" clId="{60BB14D0-8A1A-449D-A488-534C06E3F6EA}" dt="2025-11-05T20:52:33.517" v="1270" actId="478"/>
          <ac:picMkLst>
            <pc:docMk/>
            <pc:sldMk cId="2973059008" sldId="258"/>
            <ac:picMk id="9" creationId="{1A27F9B2-D73B-C385-0296-7E3A2D20E742}"/>
          </ac:picMkLst>
        </pc:picChg>
        <pc:picChg chg="add mod">
          <ac:chgData name="Fukatsu, Tomoya/深津 智也" userId="44aa3bea-af5e-4cd9-892a-7e05c2594e17" providerId="ADAL" clId="{60BB14D0-8A1A-449D-A488-534C06E3F6EA}" dt="2025-11-05T21:20:18.741" v="1804" actId="1036"/>
          <ac:picMkLst>
            <pc:docMk/>
            <pc:sldMk cId="2973059008" sldId="258"/>
            <ac:picMk id="12" creationId="{EDCDCB63-1565-EA02-45E6-BBBD328071B6}"/>
          </ac:picMkLst>
        </pc:picChg>
        <pc:picChg chg="del">
          <ac:chgData name="Fukatsu, Tomoya/深津 智也" userId="44aa3bea-af5e-4cd9-892a-7e05c2594e17" providerId="ADAL" clId="{60BB14D0-8A1A-449D-A488-534C06E3F6EA}" dt="2025-11-05T20:52:33.517" v="1270" actId="478"/>
          <ac:picMkLst>
            <pc:docMk/>
            <pc:sldMk cId="2973059008" sldId="258"/>
            <ac:picMk id="19" creationId="{575F84A9-FDFC-3BAE-5F75-8859639CCC17}"/>
          </ac:picMkLst>
        </pc:picChg>
        <pc:picChg chg="del">
          <ac:chgData name="Fukatsu, Tomoya/深津 智也" userId="44aa3bea-af5e-4cd9-892a-7e05c2594e17" providerId="ADAL" clId="{60BB14D0-8A1A-449D-A488-534C06E3F6EA}" dt="2025-11-05T20:52:33.517" v="1270" actId="478"/>
          <ac:picMkLst>
            <pc:docMk/>
            <pc:sldMk cId="2973059008" sldId="258"/>
            <ac:picMk id="28" creationId="{EB5C260B-9A9E-55E1-651E-1D8E36A9636C}"/>
          </ac:picMkLst>
        </pc:picChg>
        <pc:picChg chg="add mod">
          <ac:chgData name="Fukatsu, Tomoya/深津 智也" userId="44aa3bea-af5e-4cd9-892a-7e05c2594e17" providerId="ADAL" clId="{60BB14D0-8A1A-449D-A488-534C06E3F6EA}" dt="2025-11-05T21:20:18.741" v="1804" actId="1036"/>
          <ac:picMkLst>
            <pc:docMk/>
            <pc:sldMk cId="2973059008" sldId="258"/>
            <ac:picMk id="33" creationId="{7DB6202A-80E9-F545-C77C-3535388F20AC}"/>
          </ac:picMkLst>
        </pc:picChg>
        <pc:picChg chg="add mod ord">
          <ac:chgData name="Fukatsu, Tomoya/深津 智也" userId="44aa3bea-af5e-4cd9-892a-7e05c2594e17" providerId="ADAL" clId="{60BB14D0-8A1A-449D-A488-534C06E3F6EA}" dt="2025-11-05T21:07:55.331" v="1491" actId="164"/>
          <ac:picMkLst>
            <pc:docMk/>
            <pc:sldMk cId="2973059008" sldId="258"/>
            <ac:picMk id="35" creationId="{A5B778D0-7FB8-A821-EF80-24362D03CBB1}"/>
          </ac:picMkLst>
        </pc:picChg>
        <pc:picChg chg="add mod ord">
          <ac:chgData name="Fukatsu, Tomoya/深津 智也" userId="44aa3bea-af5e-4cd9-892a-7e05c2594e17" providerId="ADAL" clId="{60BB14D0-8A1A-449D-A488-534C06E3F6EA}" dt="2025-11-05T21:07:59.056" v="1492" actId="164"/>
          <ac:picMkLst>
            <pc:docMk/>
            <pc:sldMk cId="2973059008" sldId="258"/>
            <ac:picMk id="37" creationId="{0FDB5A3C-98FD-C75A-B2C9-D325CD015361}"/>
          </ac:picMkLst>
        </pc:picChg>
        <pc:picChg chg="add mod ord">
          <ac:chgData name="Fukatsu, Tomoya/深津 智也" userId="44aa3bea-af5e-4cd9-892a-7e05c2594e17" providerId="ADAL" clId="{60BB14D0-8A1A-449D-A488-534C06E3F6EA}" dt="2025-11-05T21:07:55.331" v="1491" actId="164"/>
          <ac:picMkLst>
            <pc:docMk/>
            <pc:sldMk cId="2973059008" sldId="258"/>
            <ac:picMk id="38" creationId="{38BBA5E4-94F1-78D0-9678-97B4458D3319}"/>
          </ac:picMkLst>
        </pc:picChg>
        <pc:picChg chg="add del mod">
          <ac:chgData name="Fukatsu, Tomoya/深津 智也" userId="44aa3bea-af5e-4cd9-892a-7e05c2594e17" providerId="ADAL" clId="{60BB14D0-8A1A-449D-A488-534C06E3F6EA}" dt="2025-11-05T21:07:09.068" v="1470" actId="478"/>
          <ac:picMkLst>
            <pc:docMk/>
            <pc:sldMk cId="2973059008" sldId="258"/>
            <ac:picMk id="39" creationId="{3445E477-F468-4332-8FA3-73380E0B760A}"/>
          </ac:picMkLst>
        </pc:picChg>
        <pc:picChg chg="add mod">
          <ac:chgData name="Fukatsu, Tomoya/深津 智也" userId="44aa3bea-af5e-4cd9-892a-7e05c2594e17" providerId="ADAL" clId="{60BB14D0-8A1A-449D-A488-534C06E3F6EA}" dt="2025-11-05T21:07:59.056" v="1492" actId="164"/>
          <ac:picMkLst>
            <pc:docMk/>
            <pc:sldMk cId="2973059008" sldId="258"/>
            <ac:picMk id="41" creationId="{04080A51-B9C3-6A62-8E4E-5A81E493C6D4}"/>
          </ac:picMkLst>
        </pc:picChg>
        <pc:picChg chg="add mod modCrop">
          <ac:chgData name="Fukatsu, Tomoya/深津 智也" userId="44aa3bea-af5e-4cd9-892a-7e05c2594e17" providerId="ADAL" clId="{60BB14D0-8A1A-449D-A488-534C06E3F6EA}" dt="2025-11-05T21:21:08.014" v="1818" actId="1076"/>
          <ac:picMkLst>
            <pc:docMk/>
            <pc:sldMk cId="2973059008" sldId="258"/>
            <ac:picMk id="64" creationId="{17F455B3-F2B9-329B-2816-02BD7AD99D6D}"/>
          </ac:picMkLst>
        </pc:picChg>
        <pc:cxnChg chg="add del mod">
          <ac:chgData name="Fukatsu, Tomoya/深津 智也" userId="44aa3bea-af5e-4cd9-892a-7e05c2594e17" providerId="ADAL" clId="{60BB14D0-8A1A-449D-A488-534C06E3F6EA}" dt="2025-11-05T21:08:43.192" v="1505" actId="478"/>
          <ac:cxnSpMkLst>
            <pc:docMk/>
            <pc:sldMk cId="2973059008" sldId="258"/>
            <ac:cxnSpMk id="45" creationId="{B6E62A40-AC9E-9A85-12F7-10E9C2EF4A59}"/>
          </ac:cxnSpMkLst>
        </pc:cxnChg>
        <pc:cxnChg chg="add del mod">
          <ac:chgData name="Fukatsu, Tomoya/深津 智也" userId="44aa3bea-af5e-4cd9-892a-7e05c2594e17" providerId="ADAL" clId="{60BB14D0-8A1A-449D-A488-534C06E3F6EA}" dt="2025-11-05T21:09:19.784" v="1507" actId="478"/>
          <ac:cxnSpMkLst>
            <pc:docMk/>
            <pc:sldMk cId="2973059008" sldId="258"/>
            <ac:cxnSpMk id="48" creationId="{A6EA2016-0134-4643-7395-6346A6DA8A01}"/>
          </ac:cxnSpMkLst>
        </pc:cxnChg>
      </pc:sldChg>
      <pc:sldChg chg="addSp delSp modSp add mod ord">
        <pc:chgData name="Fukatsu, Tomoya/深津 智也" userId="44aa3bea-af5e-4cd9-892a-7e05c2594e17" providerId="ADAL" clId="{60BB14D0-8A1A-449D-A488-534C06E3F6EA}" dt="2025-11-05T21:39:27.412" v="2881" actId="20577"/>
        <pc:sldMkLst>
          <pc:docMk/>
          <pc:sldMk cId="2229699049" sldId="259"/>
        </pc:sldMkLst>
        <pc:spChg chg="mod">
          <ac:chgData name="Fukatsu, Tomoya/深津 智也" userId="44aa3bea-af5e-4cd9-892a-7e05c2594e17" providerId="ADAL" clId="{60BB14D0-8A1A-449D-A488-534C06E3F6EA}" dt="2025-11-05T21:24:37.481" v="2050" actId="20577"/>
          <ac:spMkLst>
            <pc:docMk/>
            <pc:sldMk cId="2229699049" sldId="259"/>
            <ac:spMk id="2" creationId="{908C12ED-F31F-E058-41E6-8BF1927273F8}"/>
          </ac:spMkLst>
        </pc:spChg>
        <pc:spChg chg="mod">
          <ac:chgData name="Fukatsu, Tomoya/深津 智也" userId="44aa3bea-af5e-4cd9-892a-7e05c2594e17" providerId="ADAL" clId="{60BB14D0-8A1A-449D-A488-534C06E3F6EA}" dt="2025-11-05T21:24:49.959" v="2055" actId="1036"/>
          <ac:spMkLst>
            <pc:docMk/>
            <pc:sldMk cId="2229699049" sldId="259"/>
            <ac:spMk id="3" creationId="{959C7282-D3E7-D866-C065-04DFFD2B8A58}"/>
          </ac:spMkLst>
        </pc:spChg>
        <pc:spChg chg="add mod">
          <ac:chgData name="Fukatsu, Tomoya/深津 智也" userId="44aa3bea-af5e-4cd9-892a-7e05c2594e17" providerId="ADAL" clId="{60BB14D0-8A1A-449D-A488-534C06E3F6EA}" dt="2025-11-05T21:39:27.412" v="2881" actId="20577"/>
          <ac:spMkLst>
            <pc:docMk/>
            <pc:sldMk cId="2229699049" sldId="259"/>
            <ac:spMk id="4" creationId="{F06B8D68-5BD2-F753-4DCC-7EDFC6B2B8F7}"/>
          </ac:spMkLst>
        </pc:spChg>
        <pc:spChg chg="add mod">
          <ac:chgData name="Fukatsu, Tomoya/深津 智也" userId="44aa3bea-af5e-4cd9-892a-7e05c2594e17" providerId="ADAL" clId="{60BB14D0-8A1A-449D-A488-534C06E3F6EA}" dt="2025-11-05T21:37:28.938" v="2798" actId="1076"/>
          <ac:spMkLst>
            <pc:docMk/>
            <pc:sldMk cId="2229699049" sldId="259"/>
            <ac:spMk id="5" creationId="{7901769A-2E29-36EF-CA89-C6C41A0619C7}"/>
          </ac:spMkLst>
        </pc:spChg>
        <pc:spChg chg="add mod">
          <ac:chgData name="Fukatsu, Tomoya/深津 智也" userId="44aa3bea-af5e-4cd9-892a-7e05c2594e17" providerId="ADAL" clId="{60BB14D0-8A1A-449D-A488-534C06E3F6EA}" dt="2025-11-05T21:37:38.449" v="2806" actId="14100"/>
          <ac:spMkLst>
            <pc:docMk/>
            <pc:sldMk cId="2229699049" sldId="259"/>
            <ac:spMk id="6" creationId="{F8464AC9-D8B9-ECF2-2C5A-1D76D0EAFFF0}"/>
          </ac:spMkLst>
        </pc:spChg>
        <pc:spChg chg="add mod">
          <ac:chgData name="Fukatsu, Tomoya/深津 智也" userId="44aa3bea-af5e-4cd9-892a-7e05c2594e17" providerId="ADAL" clId="{60BB14D0-8A1A-449D-A488-534C06E3F6EA}" dt="2025-11-05T21:37:44.308" v="2808" actId="571"/>
          <ac:spMkLst>
            <pc:docMk/>
            <pc:sldMk cId="2229699049" sldId="259"/>
            <ac:spMk id="8" creationId="{AE84D789-ED69-7A17-2A78-F66F282C5C27}"/>
          </ac:spMkLst>
        </pc:spChg>
        <pc:spChg chg="del">
          <ac:chgData name="Fukatsu, Tomoya/深津 智也" userId="44aa3bea-af5e-4cd9-892a-7e05c2594e17" providerId="ADAL" clId="{60BB14D0-8A1A-449D-A488-534C06E3F6EA}" dt="2025-11-05T21:24:46.303" v="2052" actId="478"/>
          <ac:spMkLst>
            <pc:docMk/>
            <pc:sldMk cId="2229699049" sldId="259"/>
            <ac:spMk id="10" creationId="{A486F5F3-97ED-3216-AF71-A3C50D06A136}"/>
          </ac:spMkLst>
        </pc:spChg>
        <pc:spChg chg="add mod">
          <ac:chgData name="Fukatsu, Tomoya/深津 智也" userId="44aa3bea-af5e-4cd9-892a-7e05c2594e17" providerId="ADAL" clId="{60BB14D0-8A1A-449D-A488-534C06E3F6EA}" dt="2025-11-05T21:37:53.998" v="2810" actId="14100"/>
          <ac:spMkLst>
            <pc:docMk/>
            <pc:sldMk cId="2229699049" sldId="259"/>
            <ac:spMk id="11" creationId="{EA049AA2-0A12-A843-D62C-1858714E260E}"/>
          </ac:spMkLst>
        </pc:spChg>
        <pc:spChg chg="add mod">
          <ac:chgData name="Fukatsu, Tomoya/深津 智也" userId="44aa3bea-af5e-4cd9-892a-7e05c2594e17" providerId="ADAL" clId="{60BB14D0-8A1A-449D-A488-534C06E3F6EA}" dt="2025-11-05T21:38:17.757" v="2819" actId="14100"/>
          <ac:spMkLst>
            <pc:docMk/>
            <pc:sldMk cId="2229699049" sldId="259"/>
            <ac:spMk id="12" creationId="{ED883A24-06E7-BA80-BA99-C35EFF947C39}"/>
          </ac:spMkLst>
        </pc:spChg>
        <pc:spChg chg="del">
          <ac:chgData name="Fukatsu, Tomoya/深津 智也" userId="44aa3bea-af5e-4cd9-892a-7e05c2594e17" providerId="ADAL" clId="{60BB14D0-8A1A-449D-A488-534C06E3F6EA}" dt="2025-11-05T21:24:46.303" v="2052" actId="478"/>
          <ac:spMkLst>
            <pc:docMk/>
            <pc:sldMk cId="2229699049" sldId="259"/>
            <ac:spMk id="13" creationId="{6DAF0BB2-E4AA-8C23-C915-379646130C8D}"/>
          </ac:spMkLst>
        </pc:spChg>
        <pc:spChg chg="del">
          <ac:chgData name="Fukatsu, Tomoya/深津 智也" userId="44aa3bea-af5e-4cd9-892a-7e05c2594e17" providerId="ADAL" clId="{60BB14D0-8A1A-449D-A488-534C06E3F6EA}" dt="2025-11-05T21:24:46.303" v="2052" actId="478"/>
          <ac:spMkLst>
            <pc:docMk/>
            <pc:sldMk cId="2229699049" sldId="259"/>
            <ac:spMk id="14" creationId="{C5001154-35C9-8F03-9E92-DF68CBF93FCC}"/>
          </ac:spMkLst>
        </pc:spChg>
        <pc:spChg chg="del">
          <ac:chgData name="Fukatsu, Tomoya/深津 智也" userId="44aa3bea-af5e-4cd9-892a-7e05c2594e17" providerId="ADAL" clId="{60BB14D0-8A1A-449D-A488-534C06E3F6EA}" dt="2025-11-05T21:24:46.303" v="2052" actId="478"/>
          <ac:spMkLst>
            <pc:docMk/>
            <pc:sldMk cId="2229699049" sldId="259"/>
            <ac:spMk id="15" creationId="{E7512475-EC84-F4CA-CDA5-80D9E8E1EF45}"/>
          </ac:spMkLst>
        </pc:spChg>
        <pc:spChg chg="del">
          <ac:chgData name="Fukatsu, Tomoya/深津 智也" userId="44aa3bea-af5e-4cd9-892a-7e05c2594e17" providerId="ADAL" clId="{60BB14D0-8A1A-449D-A488-534C06E3F6EA}" dt="2025-11-05T21:24:46.303" v="2052" actId="478"/>
          <ac:spMkLst>
            <pc:docMk/>
            <pc:sldMk cId="2229699049" sldId="259"/>
            <ac:spMk id="17" creationId="{DC26B7A8-8449-E558-8E71-6FE130A5DD99}"/>
          </ac:spMkLst>
        </pc:spChg>
        <pc:spChg chg="del">
          <ac:chgData name="Fukatsu, Tomoya/深津 智也" userId="44aa3bea-af5e-4cd9-892a-7e05c2594e17" providerId="ADAL" clId="{60BB14D0-8A1A-449D-A488-534C06E3F6EA}" dt="2025-11-05T21:24:46.303" v="2052" actId="478"/>
          <ac:spMkLst>
            <pc:docMk/>
            <pc:sldMk cId="2229699049" sldId="259"/>
            <ac:spMk id="20" creationId="{8404B022-8416-DD1F-319A-B8E9F316130C}"/>
          </ac:spMkLst>
        </pc:spChg>
        <pc:spChg chg="del">
          <ac:chgData name="Fukatsu, Tomoya/深津 智也" userId="44aa3bea-af5e-4cd9-892a-7e05c2594e17" providerId="ADAL" clId="{60BB14D0-8A1A-449D-A488-534C06E3F6EA}" dt="2025-11-05T21:24:46.303" v="2052" actId="478"/>
          <ac:spMkLst>
            <pc:docMk/>
            <pc:sldMk cId="2229699049" sldId="259"/>
            <ac:spMk id="23" creationId="{D1A095AD-20B8-E115-AB77-3C37C2A9A249}"/>
          </ac:spMkLst>
        </pc:spChg>
        <pc:spChg chg="del">
          <ac:chgData name="Fukatsu, Tomoya/深津 智也" userId="44aa3bea-af5e-4cd9-892a-7e05c2594e17" providerId="ADAL" clId="{60BB14D0-8A1A-449D-A488-534C06E3F6EA}" dt="2025-11-05T21:24:46.303" v="2052" actId="478"/>
          <ac:spMkLst>
            <pc:docMk/>
            <pc:sldMk cId="2229699049" sldId="259"/>
            <ac:spMk id="24" creationId="{AF44D099-63BA-3FF1-5826-898F08F042AA}"/>
          </ac:spMkLst>
        </pc:spChg>
        <pc:spChg chg="del">
          <ac:chgData name="Fukatsu, Tomoya/深津 智也" userId="44aa3bea-af5e-4cd9-892a-7e05c2594e17" providerId="ADAL" clId="{60BB14D0-8A1A-449D-A488-534C06E3F6EA}" dt="2025-11-05T21:24:46.303" v="2052" actId="478"/>
          <ac:spMkLst>
            <pc:docMk/>
            <pc:sldMk cId="2229699049" sldId="259"/>
            <ac:spMk id="25" creationId="{7D78369C-FD43-FA5E-4907-F9060F94481A}"/>
          </ac:spMkLst>
        </pc:spChg>
        <pc:spChg chg="del">
          <ac:chgData name="Fukatsu, Tomoya/深津 智也" userId="44aa3bea-af5e-4cd9-892a-7e05c2594e17" providerId="ADAL" clId="{60BB14D0-8A1A-449D-A488-534C06E3F6EA}" dt="2025-11-05T21:24:46.303" v="2052" actId="478"/>
          <ac:spMkLst>
            <pc:docMk/>
            <pc:sldMk cId="2229699049" sldId="259"/>
            <ac:spMk id="26" creationId="{0BA68AF5-0D5C-019D-54C4-E798AC67675E}"/>
          </ac:spMkLst>
        </pc:spChg>
        <pc:spChg chg="del">
          <ac:chgData name="Fukatsu, Tomoya/深津 智也" userId="44aa3bea-af5e-4cd9-892a-7e05c2594e17" providerId="ADAL" clId="{60BB14D0-8A1A-449D-A488-534C06E3F6EA}" dt="2025-11-05T21:24:46.303" v="2052" actId="478"/>
          <ac:spMkLst>
            <pc:docMk/>
            <pc:sldMk cId="2229699049" sldId="259"/>
            <ac:spMk id="29" creationId="{B3A5C5F2-8A3E-2AA6-FF9F-31D77A4D1C64}"/>
          </ac:spMkLst>
        </pc:spChg>
        <pc:spChg chg="del">
          <ac:chgData name="Fukatsu, Tomoya/深津 智也" userId="44aa3bea-af5e-4cd9-892a-7e05c2594e17" providerId="ADAL" clId="{60BB14D0-8A1A-449D-A488-534C06E3F6EA}" dt="2025-11-05T21:24:46.303" v="2052" actId="478"/>
          <ac:spMkLst>
            <pc:docMk/>
            <pc:sldMk cId="2229699049" sldId="259"/>
            <ac:spMk id="30" creationId="{2BEC2CAF-83D3-560B-A5DA-753A57A397F0}"/>
          </ac:spMkLst>
        </pc:spChg>
        <pc:picChg chg="del">
          <ac:chgData name="Fukatsu, Tomoya/深津 智也" userId="44aa3bea-af5e-4cd9-892a-7e05c2594e17" providerId="ADAL" clId="{60BB14D0-8A1A-449D-A488-534C06E3F6EA}" dt="2025-11-05T21:24:46.303" v="2052" actId="478"/>
          <ac:picMkLst>
            <pc:docMk/>
            <pc:sldMk cId="2229699049" sldId="259"/>
            <ac:picMk id="7" creationId="{F148AE7E-15DA-F8D5-A7E9-94F58DFB3AF1}"/>
          </ac:picMkLst>
        </pc:picChg>
        <pc:picChg chg="del">
          <ac:chgData name="Fukatsu, Tomoya/深津 智也" userId="44aa3bea-af5e-4cd9-892a-7e05c2594e17" providerId="ADAL" clId="{60BB14D0-8A1A-449D-A488-534C06E3F6EA}" dt="2025-11-05T21:24:46.303" v="2052" actId="478"/>
          <ac:picMkLst>
            <pc:docMk/>
            <pc:sldMk cId="2229699049" sldId="259"/>
            <ac:picMk id="9" creationId="{1A27F9B2-D73B-C385-0296-7E3A2D20E742}"/>
          </ac:picMkLst>
        </pc:picChg>
        <pc:picChg chg="del">
          <ac:chgData name="Fukatsu, Tomoya/深津 智也" userId="44aa3bea-af5e-4cd9-892a-7e05c2594e17" providerId="ADAL" clId="{60BB14D0-8A1A-449D-A488-534C06E3F6EA}" dt="2025-11-05T21:24:46.303" v="2052" actId="478"/>
          <ac:picMkLst>
            <pc:docMk/>
            <pc:sldMk cId="2229699049" sldId="259"/>
            <ac:picMk id="19" creationId="{575F84A9-FDFC-3BAE-5F75-8859639CCC17}"/>
          </ac:picMkLst>
        </pc:picChg>
        <pc:picChg chg="del">
          <ac:chgData name="Fukatsu, Tomoya/深津 智也" userId="44aa3bea-af5e-4cd9-892a-7e05c2594e17" providerId="ADAL" clId="{60BB14D0-8A1A-449D-A488-534C06E3F6EA}" dt="2025-11-05T21:24:46.303" v="2052" actId="478"/>
          <ac:picMkLst>
            <pc:docMk/>
            <pc:sldMk cId="2229699049" sldId="259"/>
            <ac:picMk id="28" creationId="{EB5C260B-9A9E-55E1-651E-1D8E36A9636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6653F3-1CEA-4BBC-B79A-149A12851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AB51E38-C78F-6711-D2C8-3A453F404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C2D42C-E4AF-02E5-95F1-486C35935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60A0-696D-43F8-9E2E-43220ADCC9E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49A83B-95BB-0F8E-1BC0-C545B3A89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0989C7-0C6B-0DBB-9552-F01A434C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45E8-6550-4BEE-BBBC-784C1201F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9260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87B00F-FF71-D385-7FD1-51E7A8914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9C35FD-D439-744A-C20C-242FE11BC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C8B870-E965-5BC4-E49A-DCE90CDD3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60A0-696D-43F8-9E2E-43220ADCC9E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1A19C3-1F7B-C623-2473-7D1011BA2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518EE9-7CCA-0BC1-1850-DF6BEA80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45E8-6550-4BEE-BBBC-784C1201F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8792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4CF34-32B7-18ED-A1A4-781BCF8D1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DBF870-9659-DB75-FB58-EA16A2F9A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D34EA5-C15A-2A66-0145-ECD19A73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60A0-696D-43F8-9E2E-43220ADCC9E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139BF9-9167-8DA0-27E5-91D2226F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AF0AB3-9F98-FAB5-C158-3BECFD830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45E8-6550-4BEE-BBBC-784C1201F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6882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123E9D-1213-D242-924C-155D70D0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97B398-711A-3BCC-D54E-54178CEB3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C265F4-241C-C74B-2FAE-11FD132C0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CA000E-F7EE-A394-8498-C82AEC506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60A0-696D-43F8-9E2E-43220ADCC9E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89927B-53E2-ED36-EE31-F4C514CC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FF85CF-BD98-79FE-C1A7-DB1911994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45E8-6550-4BEE-BBBC-784C1201F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9980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09639B-DEF1-36A8-226F-C68B55AFB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BDC164-6677-F6BF-D515-BA12A1364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0A68DB-023E-58CC-9C84-9D303A647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D0D7F0-03E2-BA18-D2BE-140606319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73B1718-6FD9-9616-4B38-536EBE4CA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A7634F7-3A99-9F37-55D1-3A3A1BB85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60A0-696D-43F8-9E2E-43220ADCC9E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D8D7E8C-CF47-788D-D350-E6CF1BD9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D58512E-5EC2-6DB6-B47A-45B36078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45E8-6550-4BEE-BBBC-784C1201F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981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CFCD73-8266-465B-2857-CEB5AE42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AC3DFD2-ED6F-5A98-7D33-0C7DFFEB0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60A0-696D-43F8-9E2E-43220ADCC9E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EA38E15-091F-E1DA-B250-4E4EB7E41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5BA2CDA-DFAB-32CE-2AE8-C77CA08E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45E8-6550-4BEE-BBBC-784C1201F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2014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1E2223A-B400-D6F8-2A9A-0773766C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60A0-696D-43F8-9E2E-43220ADCC9E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A04BDA7-A742-DFBA-3097-B5B08406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84FDAFE-DBB3-0884-6215-7EB973C2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45E8-6550-4BEE-BBBC-784C1201F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088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1E6B4A-0E25-5C98-762F-4D6845E9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97E143-4F8A-9DEE-E5F9-B22B91695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B4BB8B3-D00C-F91C-7009-19A2016C7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57084E-9A5A-57FF-7A6E-D1108266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60A0-696D-43F8-9E2E-43220ADCC9E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C59E88-CE74-21BC-FE92-1C7D3AD5A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B93497-61F8-AD4B-22D5-EED21B2E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45E8-6550-4BEE-BBBC-784C1201F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960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C2FE0F-F0B0-E8CE-72FF-AA57864EB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0BDF63D-FD8C-3D0C-A02B-B003A7DED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2C1083-12EC-BE14-2C00-F0C364582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DC66D0-D075-7DAF-F6BC-1F040D9E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60A0-696D-43F8-9E2E-43220ADCC9E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AF2589-2992-21FB-8029-BBA6A404B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54CEFDD-F544-487B-5534-DC5D8114E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45E8-6550-4BEE-BBBC-784C1201F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1471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2ECE94-5672-E8A8-E023-F1AF96B0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6B360D-26A9-B86D-BC3B-948126C74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379B2B-251E-2B95-A936-2FEA3329C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60A0-696D-43F8-9E2E-43220ADCC9E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1EF4C1-B9F8-4233-FEB6-B37F5D67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4EB772-520F-9844-BD9A-46511B06B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45E8-6550-4BEE-BBBC-784C1201F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979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D44F233-771F-08F0-2960-B6552816F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FB47681-9582-09D7-152D-6CCBA6E8D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3F24B2-655C-7C27-621E-C5FCC7A3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60A0-696D-43F8-9E2E-43220ADCC9E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4990E0-1CB0-192C-38D5-B63CF8463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446206-2A65-37A7-0A50-8EDBAB08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45E8-6550-4BEE-BBBC-784C1201F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36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F68693E-A189-26DC-4676-29C76DAD4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D737F0-4683-E09B-131C-6421FAF70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4FC9D6-5B8B-D2FA-F6C7-FBAF7E93B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560A0-696D-43F8-9E2E-43220ADCC9E3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FAA4BE-101F-3171-1B17-4DD268087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3FA7F2-B1D5-6F8C-6681-C857521E5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245E8-6550-4BEE-BBBC-784C1201F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0268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5F334A7-1240-6CD8-A9FA-0E8516D95062}"/>
              </a:ext>
            </a:extLst>
          </p:cNvPr>
          <p:cNvSpPr txBox="1"/>
          <p:nvPr/>
        </p:nvSpPr>
        <p:spPr>
          <a:xfrm>
            <a:off x="2412938" y="2168604"/>
            <a:ext cx="7366119" cy="12603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ja-JP" altLang="en-US" sz="3200" b="1" dirty="0"/>
              <a:t>プログラミング基礎　プレゼン</a:t>
            </a:r>
            <a:endParaRPr kumimoji="1" lang="ja-JP" altLang="en-US" sz="32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0DC71B4-2914-CA45-561F-F932FAC00D1D}"/>
              </a:ext>
            </a:extLst>
          </p:cNvPr>
          <p:cNvSpPr txBox="1"/>
          <p:nvPr/>
        </p:nvSpPr>
        <p:spPr>
          <a:xfrm>
            <a:off x="3464507" y="3978112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モビリティツーリング部　生産推進課　深津智也</a:t>
            </a:r>
          </a:p>
        </p:txBody>
      </p:sp>
    </p:spTree>
    <p:extLst>
      <p:ext uri="{BB962C8B-B14F-4D97-AF65-F5344CB8AC3E}">
        <p14:creationId xmlns:p14="http://schemas.microsoft.com/office/powerpoint/2010/main" val="254496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BEC2CAF-83D3-560B-A5DA-753A57A397F0}"/>
              </a:ext>
            </a:extLst>
          </p:cNvPr>
          <p:cNvSpPr/>
          <p:nvPr/>
        </p:nvSpPr>
        <p:spPr>
          <a:xfrm>
            <a:off x="6857984" y="3447497"/>
            <a:ext cx="5069908" cy="3152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3A5C5F2-8A3E-2AA6-FF9F-31D77A4D1C64}"/>
              </a:ext>
            </a:extLst>
          </p:cNvPr>
          <p:cNvSpPr/>
          <p:nvPr/>
        </p:nvSpPr>
        <p:spPr>
          <a:xfrm>
            <a:off x="401982" y="3447497"/>
            <a:ext cx="4772025" cy="31628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8C12ED-F31F-E058-41E6-8BF1927273F8}"/>
              </a:ext>
            </a:extLst>
          </p:cNvPr>
          <p:cNvSpPr txBox="1"/>
          <p:nvPr/>
        </p:nvSpPr>
        <p:spPr>
          <a:xfrm>
            <a:off x="643588" y="386686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latin typeface="+mn-ea"/>
              </a:rPr>
              <a:t>職場が抱える課題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59C7282-D3E7-D866-C065-04DFFD2B8A58}"/>
              </a:ext>
            </a:extLst>
          </p:cNvPr>
          <p:cNvSpPr/>
          <p:nvPr/>
        </p:nvSpPr>
        <p:spPr>
          <a:xfrm>
            <a:off x="659590" y="748240"/>
            <a:ext cx="2931335" cy="147110"/>
          </a:xfrm>
          <a:prstGeom prst="roundRect">
            <a:avLst>
              <a:gd name="adj" fmla="val 50000"/>
            </a:avLst>
          </a:prstGeom>
          <a:solidFill>
            <a:srgbClr val="FFC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148AE7E-15DA-F8D5-A7E9-94F58DFB3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82" y="1706203"/>
            <a:ext cx="1576979" cy="148140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A27F9B2-D73B-C385-0296-7E3A2D20E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314" y="1730674"/>
            <a:ext cx="2879693" cy="1432462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486F5F3-97ED-3216-AF71-A3C50D06A136}"/>
              </a:ext>
            </a:extLst>
          </p:cNvPr>
          <p:cNvSpPr txBox="1"/>
          <p:nvPr/>
        </p:nvSpPr>
        <p:spPr>
          <a:xfrm>
            <a:off x="1523636" y="1229219"/>
            <a:ext cx="2295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latin typeface="+mn-ea"/>
              </a:rPr>
              <a:t>部内 約</a:t>
            </a:r>
            <a:r>
              <a:rPr kumimoji="1" lang="en-US" altLang="ja-JP" sz="1600" b="1" dirty="0">
                <a:latin typeface="+mn-ea"/>
              </a:rPr>
              <a:t>600</a:t>
            </a:r>
            <a:r>
              <a:rPr kumimoji="1" lang="ja-JP" altLang="en-US" sz="1600" b="1" dirty="0">
                <a:latin typeface="+mn-ea"/>
              </a:rPr>
              <a:t>の 設備保有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DAF0BB2-E4AA-8C23-C915-379646130C8D}"/>
              </a:ext>
            </a:extLst>
          </p:cNvPr>
          <p:cNvSpPr txBox="1"/>
          <p:nvPr/>
        </p:nvSpPr>
        <p:spPr>
          <a:xfrm>
            <a:off x="6430373" y="1228823"/>
            <a:ext cx="2706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latin typeface="+mn-ea"/>
              </a:rPr>
              <a:t>作業者が 毎朝アプリで点検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5001154-35C9-8F03-9E92-DF68CBF93FCC}"/>
              </a:ext>
            </a:extLst>
          </p:cNvPr>
          <p:cNvSpPr txBox="1"/>
          <p:nvPr/>
        </p:nvSpPr>
        <p:spPr>
          <a:xfrm>
            <a:off x="9687017" y="1218804"/>
            <a:ext cx="20906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latin typeface="+mn-ea"/>
              </a:rPr>
              <a:t>上司も </a:t>
            </a:r>
            <a:r>
              <a:rPr kumimoji="1" lang="ja-JP" altLang="en-US" sz="1600" b="1" dirty="0">
                <a:latin typeface="+mn-ea"/>
              </a:rPr>
              <a:t>アプリで承認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7512475-EC84-F4CA-CDA5-80D9E8E1EF45}"/>
              </a:ext>
            </a:extLst>
          </p:cNvPr>
          <p:cNvSpPr txBox="1"/>
          <p:nvPr/>
        </p:nvSpPr>
        <p:spPr>
          <a:xfrm>
            <a:off x="673364" y="3537043"/>
            <a:ext cx="3701654" cy="24885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ja-JP" altLang="en-US" sz="1600" b="1" dirty="0">
                <a:latin typeface="+mn-ea"/>
              </a:rPr>
              <a:t>〇市民開発の現状 </a:t>
            </a:r>
            <a:endParaRPr kumimoji="1" lang="en-US" altLang="ja-JP" sz="16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ja-JP" altLang="en-US" sz="1600" b="1" dirty="0">
                <a:latin typeface="+mn-ea"/>
              </a:rPr>
              <a:t>・</a:t>
            </a:r>
            <a:r>
              <a:rPr lang="en-US" altLang="ja-JP" sz="1600" b="1" dirty="0">
                <a:latin typeface="+mn-ea"/>
              </a:rPr>
              <a:t>Forms                                </a:t>
            </a:r>
            <a:r>
              <a:rPr lang="ja-JP" altLang="en-US" sz="1600" b="1" dirty="0">
                <a:latin typeface="+mn-ea"/>
              </a:rPr>
              <a:t>約</a:t>
            </a:r>
            <a:r>
              <a:rPr lang="en-US" altLang="ja-JP" sz="1600" b="1" dirty="0">
                <a:latin typeface="+mn-ea"/>
              </a:rPr>
              <a:t>600</a:t>
            </a:r>
            <a:r>
              <a:rPr lang="ja-JP" altLang="en-US" sz="1600" b="1" dirty="0">
                <a:latin typeface="+mn-ea"/>
              </a:rPr>
              <a:t>個</a:t>
            </a:r>
            <a:endParaRPr lang="en-US" altLang="ja-JP" sz="16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ja-JP" altLang="en-US" sz="1600" b="1" dirty="0">
                <a:latin typeface="+mn-ea"/>
              </a:rPr>
              <a:t>・</a:t>
            </a:r>
            <a:r>
              <a:rPr lang="en-US" altLang="ja-JP" sz="1600" b="1" dirty="0">
                <a:latin typeface="+mn-ea"/>
              </a:rPr>
              <a:t>Power Automate </a:t>
            </a:r>
            <a:r>
              <a:rPr lang="ja-JP" altLang="en-US" sz="1600" b="1" dirty="0">
                <a:latin typeface="+mn-ea"/>
              </a:rPr>
              <a:t>フロー　約</a:t>
            </a:r>
            <a:r>
              <a:rPr lang="en-US" altLang="ja-JP" sz="1600" b="1" dirty="0">
                <a:latin typeface="+mn-ea"/>
              </a:rPr>
              <a:t>600</a:t>
            </a:r>
            <a:r>
              <a:rPr lang="ja-JP" altLang="en-US" sz="1600" b="1" dirty="0">
                <a:latin typeface="+mn-ea"/>
              </a:rPr>
              <a:t>個</a:t>
            </a:r>
            <a:endParaRPr lang="en-US" altLang="ja-JP" sz="16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kumimoji="1" lang="ja-JP" altLang="en-US" sz="1600" b="1" dirty="0">
                <a:latin typeface="+mn-ea"/>
              </a:rPr>
              <a:t>・</a:t>
            </a:r>
            <a:r>
              <a:rPr kumimoji="1" lang="en-US" altLang="ja-JP" sz="1600" b="1" dirty="0">
                <a:latin typeface="+mn-ea"/>
              </a:rPr>
              <a:t>Power Apps</a:t>
            </a:r>
            <a:r>
              <a:rPr kumimoji="1" lang="ja-JP" altLang="en-US" sz="1600" b="1" dirty="0">
                <a:latin typeface="+mn-ea"/>
              </a:rPr>
              <a:t>　　　　　　   　</a:t>
            </a:r>
            <a:r>
              <a:rPr lang="en-US" altLang="ja-JP" sz="1600" b="1" dirty="0">
                <a:latin typeface="+mn-ea"/>
              </a:rPr>
              <a:t>32</a:t>
            </a:r>
            <a:r>
              <a:rPr kumimoji="1" lang="ja-JP" altLang="en-US" sz="1600" b="1" dirty="0">
                <a:latin typeface="+mn-ea"/>
              </a:rPr>
              <a:t>個</a:t>
            </a:r>
            <a:endParaRPr kumimoji="1" lang="en-US" altLang="ja-JP" sz="16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ja-JP" altLang="en-US" sz="1600" b="1" dirty="0">
                <a:latin typeface="+mn-ea"/>
              </a:rPr>
              <a:t>・</a:t>
            </a:r>
            <a:r>
              <a:rPr lang="en-US" altLang="ja-JP" sz="1600" b="1" dirty="0">
                <a:latin typeface="+mn-ea"/>
              </a:rPr>
              <a:t>Power BI                             </a:t>
            </a:r>
            <a:r>
              <a:rPr lang="ja-JP" altLang="en-US" sz="1600" b="1" dirty="0">
                <a:latin typeface="+mn-ea"/>
              </a:rPr>
              <a:t>　</a:t>
            </a:r>
            <a:r>
              <a:rPr lang="en-US" altLang="ja-JP" sz="1600" b="1" dirty="0">
                <a:latin typeface="+mn-ea"/>
              </a:rPr>
              <a:t>20</a:t>
            </a:r>
            <a:r>
              <a:rPr lang="ja-JP" altLang="en-US" sz="1600" b="1" dirty="0">
                <a:latin typeface="+mn-ea"/>
              </a:rPr>
              <a:t>個</a:t>
            </a:r>
            <a:endParaRPr kumimoji="1" lang="ja-JP" altLang="en-US" sz="1600" b="1" dirty="0">
              <a:latin typeface="+mn-ea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C26B7A8-8449-E558-8E71-6FE130A5DD99}"/>
              </a:ext>
            </a:extLst>
          </p:cNvPr>
          <p:cNvSpPr txBox="1"/>
          <p:nvPr/>
        </p:nvSpPr>
        <p:spPr>
          <a:xfrm>
            <a:off x="7040033" y="3447497"/>
            <a:ext cx="4612160" cy="2981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sz="1600" b="1" dirty="0">
                <a:latin typeface="+mn-ea"/>
              </a:rPr>
              <a:t>●発生している問題</a:t>
            </a:r>
            <a:endParaRPr kumimoji="1" lang="en-US" altLang="ja-JP" sz="16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ja-JP" altLang="en-US" sz="1600" b="1" dirty="0">
                <a:latin typeface="+mn-ea"/>
              </a:rPr>
              <a:t>・保守 メンテ</a:t>
            </a:r>
            <a:r>
              <a:rPr lang="en-US" altLang="ja-JP" sz="1600" b="1" dirty="0">
                <a:latin typeface="+mn-ea"/>
              </a:rPr>
              <a:t>  </a:t>
            </a:r>
            <a:r>
              <a:rPr lang="ja-JP" altLang="en-US" sz="1600" b="1" dirty="0">
                <a:latin typeface="+mn-ea"/>
              </a:rPr>
              <a:t>工数</a:t>
            </a:r>
            <a:r>
              <a:rPr lang="en-US" altLang="ja-JP" sz="1600" b="1" dirty="0">
                <a:latin typeface="+mn-ea"/>
              </a:rPr>
              <a:t>               252 H/</a:t>
            </a:r>
            <a:r>
              <a:rPr lang="ja-JP" altLang="en-US" sz="1600" b="1" dirty="0">
                <a:latin typeface="+mn-ea"/>
              </a:rPr>
              <a:t>年</a:t>
            </a:r>
            <a:r>
              <a:rPr lang="en-US" altLang="ja-JP" sz="1600" b="1" dirty="0">
                <a:latin typeface="+mn-ea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ja-JP" altLang="en-US" sz="1600" b="1" dirty="0">
                <a:latin typeface="+mn-ea"/>
              </a:rPr>
              <a:t>・引継ぎ教育　工数　　　　 </a:t>
            </a:r>
            <a:r>
              <a:rPr lang="en-US" altLang="ja-JP" sz="1600" b="1" dirty="0">
                <a:latin typeface="+mn-ea"/>
              </a:rPr>
              <a:t>210 H/</a:t>
            </a:r>
            <a:r>
              <a:rPr lang="ja-JP" altLang="en-US" sz="1600" b="1" dirty="0">
                <a:latin typeface="+mn-ea"/>
              </a:rPr>
              <a:t>年</a:t>
            </a:r>
            <a:endParaRPr lang="en-US" altLang="ja-JP" sz="16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kumimoji="1" lang="ja-JP" altLang="en-US" sz="1600" b="1" dirty="0">
                <a:latin typeface="+mn-ea"/>
              </a:rPr>
              <a:t>・</a:t>
            </a:r>
            <a:r>
              <a:rPr lang="ja-JP" altLang="en-US" sz="1600" b="1" dirty="0">
                <a:latin typeface="+mn-ea"/>
              </a:rPr>
              <a:t>環境移行　　工数</a:t>
            </a:r>
            <a:r>
              <a:rPr kumimoji="1" lang="ja-JP" altLang="en-US" sz="1600" b="1" dirty="0">
                <a:latin typeface="+mn-ea"/>
              </a:rPr>
              <a:t>　    予想 </a:t>
            </a:r>
            <a:r>
              <a:rPr kumimoji="1" lang="en-US" altLang="ja-JP" sz="1600" b="1" dirty="0">
                <a:latin typeface="+mn-ea"/>
              </a:rPr>
              <a:t>550 H/</a:t>
            </a:r>
            <a:r>
              <a:rPr kumimoji="1" lang="ja-JP" altLang="en-US" sz="1600" b="1" dirty="0">
                <a:latin typeface="+mn-ea"/>
              </a:rPr>
              <a:t>年</a:t>
            </a:r>
            <a:endParaRPr kumimoji="1" lang="en-US" altLang="ja-JP" sz="16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ja-JP" altLang="en-US" sz="1600" b="1" dirty="0">
                <a:latin typeface="+mn-ea"/>
              </a:rPr>
              <a:t>・環境依存による通信障害 → 作業停滞</a:t>
            </a:r>
            <a:endParaRPr lang="en-US" altLang="ja-JP" sz="16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kumimoji="1" lang="ja-JP" altLang="en-US" sz="1600" b="1" dirty="0">
                <a:latin typeface="+mn-ea"/>
              </a:rPr>
              <a:t>・各職場でのカスタマイズ  →市民開発の肥大化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575F84A9-FDFC-3BAE-5F75-8859639CC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4343" y="1706203"/>
            <a:ext cx="1393857" cy="1343853"/>
          </a:xfrm>
          <a:prstGeom prst="rect">
            <a:avLst/>
          </a:prstGeom>
        </p:spPr>
      </p:pic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8404B022-8416-DD1F-319A-B8E9F316130C}"/>
              </a:ext>
            </a:extLst>
          </p:cNvPr>
          <p:cNvSpPr/>
          <p:nvPr/>
        </p:nvSpPr>
        <p:spPr>
          <a:xfrm>
            <a:off x="9712293" y="4355549"/>
            <a:ext cx="1012857" cy="54019"/>
          </a:xfrm>
          <a:prstGeom prst="roundRect">
            <a:avLst>
              <a:gd name="adj" fmla="val 50000"/>
            </a:avLst>
          </a:prstGeom>
          <a:solidFill>
            <a:srgbClr val="FFFF00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1A095AD-20B8-E115-AB77-3C37C2A9A249}"/>
              </a:ext>
            </a:extLst>
          </p:cNvPr>
          <p:cNvSpPr/>
          <p:nvPr/>
        </p:nvSpPr>
        <p:spPr>
          <a:xfrm>
            <a:off x="7273893" y="5815560"/>
            <a:ext cx="3451257" cy="54019"/>
          </a:xfrm>
          <a:prstGeom prst="roundRect">
            <a:avLst>
              <a:gd name="adj" fmla="val 50000"/>
            </a:avLst>
          </a:prstGeom>
          <a:solidFill>
            <a:srgbClr val="FFFF00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F44D099-63BA-3FF1-5826-898F08F042AA}"/>
              </a:ext>
            </a:extLst>
          </p:cNvPr>
          <p:cNvSpPr/>
          <p:nvPr/>
        </p:nvSpPr>
        <p:spPr>
          <a:xfrm>
            <a:off x="9712293" y="4852144"/>
            <a:ext cx="1012857" cy="54019"/>
          </a:xfrm>
          <a:prstGeom prst="roundRect">
            <a:avLst>
              <a:gd name="adj" fmla="val 50000"/>
            </a:avLst>
          </a:prstGeom>
          <a:solidFill>
            <a:srgbClr val="FFFF00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D78369C-FD43-FA5E-4907-F9060F94481A}"/>
              </a:ext>
            </a:extLst>
          </p:cNvPr>
          <p:cNvSpPr/>
          <p:nvPr/>
        </p:nvSpPr>
        <p:spPr>
          <a:xfrm>
            <a:off x="9798018" y="5352523"/>
            <a:ext cx="1012857" cy="54019"/>
          </a:xfrm>
          <a:prstGeom prst="roundRect">
            <a:avLst>
              <a:gd name="adj" fmla="val 50000"/>
            </a:avLst>
          </a:prstGeom>
          <a:solidFill>
            <a:srgbClr val="FFFF00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0BA68AF5-0D5C-019D-54C4-E798AC67675E}"/>
              </a:ext>
            </a:extLst>
          </p:cNvPr>
          <p:cNvSpPr/>
          <p:nvPr/>
        </p:nvSpPr>
        <p:spPr>
          <a:xfrm>
            <a:off x="7273893" y="6295478"/>
            <a:ext cx="4222782" cy="54019"/>
          </a:xfrm>
          <a:prstGeom prst="roundRect">
            <a:avLst>
              <a:gd name="adj" fmla="val 50000"/>
            </a:avLst>
          </a:prstGeom>
          <a:solidFill>
            <a:srgbClr val="FFFF00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EB5C260B-9A9E-55E1-651E-1D8E36A96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630" y="1678003"/>
            <a:ext cx="1299407" cy="1432462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63AD000-B754-EFD0-B981-C62824630144}"/>
              </a:ext>
            </a:extLst>
          </p:cNvPr>
          <p:cNvSpPr txBox="1"/>
          <p:nvPr/>
        </p:nvSpPr>
        <p:spPr>
          <a:xfrm>
            <a:off x="8619858" y="70368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latin typeface="+mn-ea"/>
              </a:rPr>
              <a:t>４年前から</a:t>
            </a:r>
            <a:r>
              <a:rPr kumimoji="1" lang="en-US" altLang="ja-JP" sz="1400" b="1" dirty="0">
                <a:latin typeface="+mn-ea"/>
              </a:rPr>
              <a:t>…</a:t>
            </a:r>
            <a:endParaRPr kumimoji="1" lang="ja-JP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3048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41461421-59B2-07FB-9717-F3C755718CC8}"/>
              </a:ext>
            </a:extLst>
          </p:cNvPr>
          <p:cNvSpPr/>
          <p:nvPr/>
        </p:nvSpPr>
        <p:spPr>
          <a:xfrm>
            <a:off x="6395083" y="1160402"/>
            <a:ext cx="5473923" cy="481340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6A5145C9-9747-9081-C7D6-986333A7A35B}"/>
              </a:ext>
            </a:extLst>
          </p:cNvPr>
          <p:cNvSpPr/>
          <p:nvPr/>
        </p:nvSpPr>
        <p:spPr>
          <a:xfrm>
            <a:off x="162241" y="1160402"/>
            <a:ext cx="5473923" cy="481340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8C12ED-F31F-E058-41E6-8BF1927273F8}"/>
              </a:ext>
            </a:extLst>
          </p:cNvPr>
          <p:cNvSpPr txBox="1"/>
          <p:nvPr/>
        </p:nvSpPr>
        <p:spPr>
          <a:xfrm>
            <a:off x="643588" y="386686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latin typeface="+mn-ea"/>
              </a:rPr>
              <a:t>開発中の</a:t>
            </a:r>
            <a:r>
              <a:rPr kumimoji="1" lang="ja-JP" altLang="en-US" sz="2800" b="1" dirty="0">
                <a:latin typeface="+mn-ea"/>
              </a:rPr>
              <a:t>モノ</a:t>
            </a:r>
            <a:endParaRPr kumimoji="1" lang="en-US" altLang="ja-JP" sz="2800" b="1" dirty="0">
              <a:latin typeface="+mn-ea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59C7282-D3E7-D866-C065-04DFFD2B8A58}"/>
              </a:ext>
            </a:extLst>
          </p:cNvPr>
          <p:cNvSpPr/>
          <p:nvPr/>
        </p:nvSpPr>
        <p:spPr>
          <a:xfrm>
            <a:off x="659590" y="752475"/>
            <a:ext cx="2207435" cy="131714"/>
          </a:xfrm>
          <a:prstGeom prst="roundRect">
            <a:avLst>
              <a:gd name="adj" fmla="val 50000"/>
            </a:avLst>
          </a:prstGeom>
          <a:solidFill>
            <a:srgbClr val="FFC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グラフィックス 4" descr="コンピューター 単色塗りつぶし">
            <a:extLst>
              <a:ext uri="{FF2B5EF4-FFF2-40B4-BE49-F238E27FC236}">
                <a16:creationId xmlns:a16="http://schemas.microsoft.com/office/drawing/2014/main" id="{D052015F-F680-AE1F-8947-8C4317BE8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7769" y="2254443"/>
            <a:ext cx="1476375" cy="1476375"/>
          </a:xfrm>
          <a:prstGeom prst="rect">
            <a:avLst/>
          </a:prstGeom>
        </p:spPr>
      </p:pic>
      <p:pic>
        <p:nvPicPr>
          <p:cNvPr id="8" name="グラフィックス 7" descr="データベース 枠線">
            <a:extLst>
              <a:ext uri="{FF2B5EF4-FFF2-40B4-BE49-F238E27FC236}">
                <a16:creationId xmlns:a16="http://schemas.microsoft.com/office/drawing/2014/main" id="{B010661E-DA2B-EE7F-2C16-E145082DE6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7536" y="4398479"/>
            <a:ext cx="797825" cy="797825"/>
          </a:xfrm>
          <a:prstGeom prst="rect">
            <a:avLst/>
          </a:prstGeom>
        </p:spPr>
      </p:pic>
      <p:pic>
        <p:nvPicPr>
          <p:cNvPr id="12" name="グラフィックス 11" descr="無線ルーター 単色塗りつぶし">
            <a:extLst>
              <a:ext uri="{FF2B5EF4-FFF2-40B4-BE49-F238E27FC236}">
                <a16:creationId xmlns:a16="http://schemas.microsoft.com/office/drawing/2014/main" id="{EDCDCB63-1565-EA02-45E6-BBBD328071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4296" y="4241309"/>
            <a:ext cx="1149546" cy="1149546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2288117-9389-FC0B-688B-B6514837D6DA}"/>
              </a:ext>
            </a:extLst>
          </p:cNvPr>
          <p:cNvSpPr txBox="1"/>
          <p:nvPr/>
        </p:nvSpPr>
        <p:spPr>
          <a:xfrm>
            <a:off x="3394144" y="5287083"/>
            <a:ext cx="1090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DB : SQL</a:t>
            </a:r>
            <a:endParaRPr kumimoji="1" lang="en-US" altLang="ja-JP" sz="16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9BCEA22-045F-2C8A-C3A1-A779A6C60EFE}"/>
              </a:ext>
            </a:extLst>
          </p:cNvPr>
          <p:cNvSpPr txBox="1"/>
          <p:nvPr/>
        </p:nvSpPr>
        <p:spPr>
          <a:xfrm>
            <a:off x="1707373" y="3593892"/>
            <a:ext cx="1885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Web</a:t>
            </a:r>
            <a:r>
              <a:rPr lang="ja-JP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サーバー</a:t>
            </a:r>
            <a:r>
              <a:rPr lang="en-US" altLang="ja-JP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: IIS</a:t>
            </a:r>
            <a:endParaRPr kumimoji="1" lang="en-US" altLang="ja-JP" sz="16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1" name="AutoShape 2" descr="Node.js - O que é, como funciona e quais as vantagens | OPUS">
            <a:extLst>
              <a:ext uri="{FF2B5EF4-FFF2-40B4-BE49-F238E27FC236}">
                <a16:creationId xmlns:a16="http://schemas.microsoft.com/office/drawing/2014/main" id="{CBAA4BB7-B0F2-023E-2EEE-A75045ED0D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7DB6202A-80E9-F545-C77C-3535388F20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0657" y="1677549"/>
            <a:ext cx="1422828" cy="831079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C0FF3F2-E218-1471-F9B3-F3FA6B8D8D6E}"/>
              </a:ext>
            </a:extLst>
          </p:cNvPr>
          <p:cNvSpPr txBox="1"/>
          <p:nvPr/>
        </p:nvSpPr>
        <p:spPr>
          <a:xfrm>
            <a:off x="1886476" y="5310270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API</a:t>
            </a:r>
            <a:endParaRPr kumimoji="1" lang="en-US" altLang="ja-JP" sz="16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B0BC07C9-1454-DAC6-86F6-5CF3E316ADAF}"/>
              </a:ext>
            </a:extLst>
          </p:cNvPr>
          <p:cNvGrpSpPr/>
          <p:nvPr/>
        </p:nvGrpSpPr>
        <p:grpSpPr>
          <a:xfrm>
            <a:off x="6711152" y="2093089"/>
            <a:ext cx="1905000" cy="2288411"/>
            <a:chOff x="6711152" y="2093089"/>
            <a:chExt cx="1905000" cy="2288411"/>
          </a:xfrm>
        </p:grpSpPr>
        <p:pic>
          <p:nvPicPr>
            <p:cNvPr id="41" name="図 40">
              <a:extLst>
                <a:ext uri="{FF2B5EF4-FFF2-40B4-BE49-F238E27FC236}">
                  <a16:creationId xmlns:a16="http://schemas.microsoft.com/office/drawing/2014/main" id="{04080A51-B9C3-6A62-8E4E-5A81E493C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01490" y="2093089"/>
              <a:ext cx="537520" cy="519112"/>
            </a:xfrm>
            <a:prstGeom prst="rect">
              <a:avLst/>
            </a:prstGeom>
          </p:spPr>
        </p:pic>
        <p:pic>
          <p:nvPicPr>
            <p:cNvPr id="37" name="グラフィックス 36" descr="スマート フォン 単色塗りつぶし">
              <a:extLst>
                <a:ext uri="{FF2B5EF4-FFF2-40B4-BE49-F238E27FC236}">
                  <a16:creationId xmlns:a16="http://schemas.microsoft.com/office/drawing/2014/main" id="{0FDB5A3C-98FD-C75A-B2C9-D325CD015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711152" y="2476500"/>
              <a:ext cx="1905000" cy="1905000"/>
            </a:xfrm>
            <a:prstGeom prst="rect">
              <a:avLst/>
            </a:prstGeom>
          </p:spPr>
        </p:pic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0D61E9F9-9078-5216-EAA6-4709D3DD9A73}"/>
              </a:ext>
            </a:extLst>
          </p:cNvPr>
          <p:cNvGrpSpPr/>
          <p:nvPr/>
        </p:nvGrpSpPr>
        <p:grpSpPr>
          <a:xfrm>
            <a:off x="9078904" y="2093089"/>
            <a:ext cx="2790103" cy="2612854"/>
            <a:chOff x="9149587" y="2180219"/>
            <a:chExt cx="2790103" cy="2612854"/>
          </a:xfrm>
        </p:grpSpPr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38BBA5E4-94F1-78D0-9678-97B4458D3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149587" y="2192694"/>
              <a:ext cx="537521" cy="592561"/>
            </a:xfrm>
            <a:prstGeom prst="rect">
              <a:avLst/>
            </a:prstGeom>
          </p:spPr>
        </p:pic>
        <p:pic>
          <p:nvPicPr>
            <p:cNvPr id="35" name="グラフィックス 34" descr="タブレット 単色塗りつぶし">
              <a:extLst>
                <a:ext uri="{FF2B5EF4-FFF2-40B4-BE49-F238E27FC236}">
                  <a16:creationId xmlns:a16="http://schemas.microsoft.com/office/drawing/2014/main" id="{A5B778D0-7FB8-A821-EF80-24362D03C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6836" y="2180219"/>
              <a:ext cx="2612854" cy="2612854"/>
            </a:xfrm>
            <a:prstGeom prst="rect">
              <a:avLst/>
            </a:prstGeom>
          </p:spPr>
        </p:pic>
      </p:grpSp>
      <p:sp>
        <p:nvSpPr>
          <p:cNvPr id="49" name="円弧 48">
            <a:extLst>
              <a:ext uri="{FF2B5EF4-FFF2-40B4-BE49-F238E27FC236}">
                <a16:creationId xmlns:a16="http://schemas.microsoft.com/office/drawing/2014/main" id="{7AFB2130-C429-8F05-FBA5-4A8084F01A82}"/>
              </a:ext>
            </a:extLst>
          </p:cNvPr>
          <p:cNvSpPr/>
          <p:nvPr/>
        </p:nvSpPr>
        <p:spPr>
          <a:xfrm>
            <a:off x="3640168" y="1003691"/>
            <a:ext cx="3161322" cy="998619"/>
          </a:xfrm>
          <a:custGeom>
            <a:avLst/>
            <a:gdLst>
              <a:gd name="connsiteX0" fmla="*/ 11548 w 3934465"/>
              <a:gd name="connsiteY0" fmla="*/ 113833 h 255286"/>
              <a:gd name="connsiteX1" fmla="*/ 1967684 w 3934465"/>
              <a:gd name="connsiteY1" fmla="*/ 0 h 255286"/>
              <a:gd name="connsiteX2" fmla="*/ 3934466 w 3934465"/>
              <a:gd name="connsiteY2" fmla="*/ 127644 h 255286"/>
              <a:gd name="connsiteX3" fmla="*/ 1967233 w 3934465"/>
              <a:gd name="connsiteY3" fmla="*/ 127643 h 255286"/>
              <a:gd name="connsiteX4" fmla="*/ 11548 w 3934465"/>
              <a:gd name="connsiteY4" fmla="*/ 113833 h 255286"/>
              <a:gd name="connsiteX0" fmla="*/ 11548 w 3934465"/>
              <a:gd name="connsiteY0" fmla="*/ 113833 h 255286"/>
              <a:gd name="connsiteX1" fmla="*/ 1967684 w 3934465"/>
              <a:gd name="connsiteY1" fmla="*/ 0 h 255286"/>
              <a:gd name="connsiteX2" fmla="*/ 3934466 w 3934465"/>
              <a:gd name="connsiteY2" fmla="*/ 127644 h 255286"/>
              <a:gd name="connsiteX0" fmla="*/ 0 w 3922918"/>
              <a:gd name="connsiteY0" fmla="*/ 485308 h 499119"/>
              <a:gd name="connsiteX1" fmla="*/ 1956136 w 3922918"/>
              <a:gd name="connsiteY1" fmla="*/ 371475 h 499119"/>
              <a:gd name="connsiteX2" fmla="*/ 3922918 w 3922918"/>
              <a:gd name="connsiteY2" fmla="*/ 499119 h 499119"/>
              <a:gd name="connsiteX3" fmla="*/ 1955685 w 3922918"/>
              <a:gd name="connsiteY3" fmla="*/ 499118 h 499119"/>
              <a:gd name="connsiteX4" fmla="*/ 0 w 3922918"/>
              <a:gd name="connsiteY4" fmla="*/ 485308 h 499119"/>
              <a:gd name="connsiteX0" fmla="*/ 0 w 3922918"/>
              <a:gd name="connsiteY0" fmla="*/ 485308 h 499119"/>
              <a:gd name="connsiteX1" fmla="*/ 1994236 w 3922918"/>
              <a:gd name="connsiteY1" fmla="*/ 0 h 499119"/>
              <a:gd name="connsiteX2" fmla="*/ 3922918 w 3922918"/>
              <a:gd name="connsiteY2" fmla="*/ 499119 h 499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2918" h="499119" stroke="0" extrusionOk="0">
                <a:moveTo>
                  <a:pt x="0" y="485308"/>
                </a:moveTo>
                <a:cubicBezTo>
                  <a:pt x="108654" y="420529"/>
                  <a:pt x="951868" y="371460"/>
                  <a:pt x="1956136" y="371475"/>
                </a:cubicBezTo>
                <a:cubicBezTo>
                  <a:pt x="3042436" y="371491"/>
                  <a:pt x="3922923" y="428634"/>
                  <a:pt x="3922918" y="499119"/>
                </a:cubicBezTo>
                <a:lnTo>
                  <a:pt x="1955685" y="499118"/>
                </a:lnTo>
                <a:lnTo>
                  <a:pt x="0" y="485308"/>
                </a:lnTo>
                <a:close/>
              </a:path>
              <a:path w="3922918" h="499119" fill="none">
                <a:moveTo>
                  <a:pt x="0" y="485308"/>
                </a:moveTo>
                <a:cubicBezTo>
                  <a:pt x="108654" y="420529"/>
                  <a:pt x="989968" y="-15"/>
                  <a:pt x="1994236" y="0"/>
                </a:cubicBezTo>
                <a:cubicBezTo>
                  <a:pt x="3080536" y="16"/>
                  <a:pt x="3922923" y="428634"/>
                  <a:pt x="3922918" y="499119"/>
                </a:cubicBezTo>
              </a:path>
            </a:pathLst>
          </a:cu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弧 48">
            <a:extLst>
              <a:ext uri="{FF2B5EF4-FFF2-40B4-BE49-F238E27FC236}">
                <a16:creationId xmlns:a16="http://schemas.microsoft.com/office/drawing/2014/main" id="{CD42E4C0-3970-AD20-4342-8CD82DE3B8C2}"/>
              </a:ext>
            </a:extLst>
          </p:cNvPr>
          <p:cNvSpPr/>
          <p:nvPr/>
        </p:nvSpPr>
        <p:spPr>
          <a:xfrm>
            <a:off x="3583300" y="1502497"/>
            <a:ext cx="6074934" cy="545869"/>
          </a:xfrm>
          <a:custGeom>
            <a:avLst/>
            <a:gdLst>
              <a:gd name="connsiteX0" fmla="*/ 11548 w 3934465"/>
              <a:gd name="connsiteY0" fmla="*/ 113833 h 255286"/>
              <a:gd name="connsiteX1" fmla="*/ 1967684 w 3934465"/>
              <a:gd name="connsiteY1" fmla="*/ 0 h 255286"/>
              <a:gd name="connsiteX2" fmla="*/ 3934466 w 3934465"/>
              <a:gd name="connsiteY2" fmla="*/ 127644 h 255286"/>
              <a:gd name="connsiteX3" fmla="*/ 1967233 w 3934465"/>
              <a:gd name="connsiteY3" fmla="*/ 127643 h 255286"/>
              <a:gd name="connsiteX4" fmla="*/ 11548 w 3934465"/>
              <a:gd name="connsiteY4" fmla="*/ 113833 h 255286"/>
              <a:gd name="connsiteX0" fmla="*/ 11548 w 3934465"/>
              <a:gd name="connsiteY0" fmla="*/ 113833 h 255286"/>
              <a:gd name="connsiteX1" fmla="*/ 1967684 w 3934465"/>
              <a:gd name="connsiteY1" fmla="*/ 0 h 255286"/>
              <a:gd name="connsiteX2" fmla="*/ 3934466 w 3934465"/>
              <a:gd name="connsiteY2" fmla="*/ 127644 h 255286"/>
              <a:gd name="connsiteX0" fmla="*/ 0 w 3922918"/>
              <a:gd name="connsiteY0" fmla="*/ 485308 h 499119"/>
              <a:gd name="connsiteX1" fmla="*/ 1956136 w 3922918"/>
              <a:gd name="connsiteY1" fmla="*/ 371475 h 499119"/>
              <a:gd name="connsiteX2" fmla="*/ 3922918 w 3922918"/>
              <a:gd name="connsiteY2" fmla="*/ 499119 h 499119"/>
              <a:gd name="connsiteX3" fmla="*/ 1955685 w 3922918"/>
              <a:gd name="connsiteY3" fmla="*/ 499118 h 499119"/>
              <a:gd name="connsiteX4" fmla="*/ 0 w 3922918"/>
              <a:gd name="connsiteY4" fmla="*/ 485308 h 499119"/>
              <a:gd name="connsiteX0" fmla="*/ 0 w 3922918"/>
              <a:gd name="connsiteY0" fmla="*/ 485308 h 499119"/>
              <a:gd name="connsiteX1" fmla="*/ 1994236 w 3922918"/>
              <a:gd name="connsiteY1" fmla="*/ 0 h 499119"/>
              <a:gd name="connsiteX2" fmla="*/ 3922918 w 3922918"/>
              <a:gd name="connsiteY2" fmla="*/ 499119 h 499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2918" h="499119" stroke="0" extrusionOk="0">
                <a:moveTo>
                  <a:pt x="0" y="485308"/>
                </a:moveTo>
                <a:cubicBezTo>
                  <a:pt x="108654" y="420529"/>
                  <a:pt x="951868" y="371460"/>
                  <a:pt x="1956136" y="371475"/>
                </a:cubicBezTo>
                <a:cubicBezTo>
                  <a:pt x="3042436" y="371491"/>
                  <a:pt x="3922923" y="428634"/>
                  <a:pt x="3922918" y="499119"/>
                </a:cubicBezTo>
                <a:lnTo>
                  <a:pt x="1955685" y="499118"/>
                </a:lnTo>
                <a:lnTo>
                  <a:pt x="0" y="485308"/>
                </a:lnTo>
                <a:close/>
              </a:path>
              <a:path w="3922918" h="499119" fill="none">
                <a:moveTo>
                  <a:pt x="0" y="485308"/>
                </a:moveTo>
                <a:cubicBezTo>
                  <a:pt x="108654" y="420529"/>
                  <a:pt x="989968" y="-15"/>
                  <a:pt x="1994236" y="0"/>
                </a:cubicBezTo>
                <a:cubicBezTo>
                  <a:pt x="3080536" y="16"/>
                  <a:pt x="3922923" y="428634"/>
                  <a:pt x="3922918" y="499119"/>
                </a:cubicBezTo>
              </a:path>
            </a:pathLst>
          </a:cu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円弧 48">
            <a:extLst>
              <a:ext uri="{FF2B5EF4-FFF2-40B4-BE49-F238E27FC236}">
                <a16:creationId xmlns:a16="http://schemas.microsoft.com/office/drawing/2014/main" id="{8B1F4BC4-03DF-7D5F-8604-20A0CBA4DF8D}"/>
              </a:ext>
            </a:extLst>
          </p:cNvPr>
          <p:cNvSpPr/>
          <p:nvPr/>
        </p:nvSpPr>
        <p:spPr>
          <a:xfrm rot="161412">
            <a:off x="2486053" y="4054700"/>
            <a:ext cx="1159150" cy="289052"/>
          </a:xfrm>
          <a:custGeom>
            <a:avLst/>
            <a:gdLst>
              <a:gd name="connsiteX0" fmla="*/ 11548 w 3934465"/>
              <a:gd name="connsiteY0" fmla="*/ 113833 h 255286"/>
              <a:gd name="connsiteX1" fmla="*/ 1967684 w 3934465"/>
              <a:gd name="connsiteY1" fmla="*/ 0 h 255286"/>
              <a:gd name="connsiteX2" fmla="*/ 3934466 w 3934465"/>
              <a:gd name="connsiteY2" fmla="*/ 127644 h 255286"/>
              <a:gd name="connsiteX3" fmla="*/ 1967233 w 3934465"/>
              <a:gd name="connsiteY3" fmla="*/ 127643 h 255286"/>
              <a:gd name="connsiteX4" fmla="*/ 11548 w 3934465"/>
              <a:gd name="connsiteY4" fmla="*/ 113833 h 255286"/>
              <a:gd name="connsiteX0" fmla="*/ 11548 w 3934465"/>
              <a:gd name="connsiteY0" fmla="*/ 113833 h 255286"/>
              <a:gd name="connsiteX1" fmla="*/ 1967684 w 3934465"/>
              <a:gd name="connsiteY1" fmla="*/ 0 h 255286"/>
              <a:gd name="connsiteX2" fmla="*/ 3934466 w 3934465"/>
              <a:gd name="connsiteY2" fmla="*/ 127644 h 255286"/>
              <a:gd name="connsiteX0" fmla="*/ 0 w 3922918"/>
              <a:gd name="connsiteY0" fmla="*/ 485308 h 499119"/>
              <a:gd name="connsiteX1" fmla="*/ 1956136 w 3922918"/>
              <a:gd name="connsiteY1" fmla="*/ 371475 h 499119"/>
              <a:gd name="connsiteX2" fmla="*/ 3922918 w 3922918"/>
              <a:gd name="connsiteY2" fmla="*/ 499119 h 499119"/>
              <a:gd name="connsiteX3" fmla="*/ 1955685 w 3922918"/>
              <a:gd name="connsiteY3" fmla="*/ 499118 h 499119"/>
              <a:gd name="connsiteX4" fmla="*/ 0 w 3922918"/>
              <a:gd name="connsiteY4" fmla="*/ 485308 h 499119"/>
              <a:gd name="connsiteX0" fmla="*/ 0 w 3922918"/>
              <a:gd name="connsiteY0" fmla="*/ 485308 h 499119"/>
              <a:gd name="connsiteX1" fmla="*/ 1994236 w 3922918"/>
              <a:gd name="connsiteY1" fmla="*/ 0 h 499119"/>
              <a:gd name="connsiteX2" fmla="*/ 3922918 w 3922918"/>
              <a:gd name="connsiteY2" fmla="*/ 499119 h 499119"/>
              <a:gd name="connsiteX0" fmla="*/ 0 w 3922918"/>
              <a:gd name="connsiteY0" fmla="*/ 255347 h 269158"/>
              <a:gd name="connsiteX1" fmla="*/ 1956136 w 3922918"/>
              <a:gd name="connsiteY1" fmla="*/ 141514 h 269158"/>
              <a:gd name="connsiteX2" fmla="*/ 3922918 w 3922918"/>
              <a:gd name="connsiteY2" fmla="*/ 269158 h 269158"/>
              <a:gd name="connsiteX3" fmla="*/ 1955685 w 3922918"/>
              <a:gd name="connsiteY3" fmla="*/ 269157 h 269158"/>
              <a:gd name="connsiteX4" fmla="*/ 0 w 3922918"/>
              <a:gd name="connsiteY4" fmla="*/ 255347 h 269158"/>
              <a:gd name="connsiteX0" fmla="*/ 0 w 3922918"/>
              <a:gd name="connsiteY0" fmla="*/ 255347 h 269158"/>
              <a:gd name="connsiteX1" fmla="*/ 1904395 w 3922918"/>
              <a:gd name="connsiteY1" fmla="*/ 1 h 269158"/>
              <a:gd name="connsiteX2" fmla="*/ 3922918 w 3922918"/>
              <a:gd name="connsiteY2" fmla="*/ 269158 h 26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2918" h="269158" stroke="0" extrusionOk="0">
                <a:moveTo>
                  <a:pt x="0" y="255347"/>
                </a:moveTo>
                <a:cubicBezTo>
                  <a:pt x="108654" y="190568"/>
                  <a:pt x="951868" y="141499"/>
                  <a:pt x="1956136" y="141514"/>
                </a:cubicBezTo>
                <a:cubicBezTo>
                  <a:pt x="3042436" y="141530"/>
                  <a:pt x="3922923" y="198673"/>
                  <a:pt x="3922918" y="269158"/>
                </a:cubicBezTo>
                <a:lnTo>
                  <a:pt x="1955685" y="269157"/>
                </a:lnTo>
                <a:lnTo>
                  <a:pt x="0" y="255347"/>
                </a:lnTo>
                <a:close/>
              </a:path>
              <a:path w="3922918" h="269158" fill="none">
                <a:moveTo>
                  <a:pt x="0" y="255347"/>
                </a:moveTo>
                <a:cubicBezTo>
                  <a:pt x="108654" y="190568"/>
                  <a:pt x="900127" y="-14"/>
                  <a:pt x="1904395" y="1"/>
                </a:cubicBezTo>
                <a:cubicBezTo>
                  <a:pt x="2990695" y="17"/>
                  <a:pt x="3922923" y="198673"/>
                  <a:pt x="3922918" y="269158"/>
                </a:cubicBezTo>
              </a:path>
            </a:pathLst>
          </a:cu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弧 48">
            <a:extLst>
              <a:ext uri="{FF2B5EF4-FFF2-40B4-BE49-F238E27FC236}">
                <a16:creationId xmlns:a16="http://schemas.microsoft.com/office/drawing/2014/main" id="{AEEAA641-F9B0-CED8-A0F7-D73255153037}"/>
              </a:ext>
            </a:extLst>
          </p:cNvPr>
          <p:cNvSpPr/>
          <p:nvPr/>
        </p:nvSpPr>
        <p:spPr>
          <a:xfrm rot="16558822">
            <a:off x="424112" y="3665547"/>
            <a:ext cx="2335355" cy="432906"/>
          </a:xfrm>
          <a:custGeom>
            <a:avLst/>
            <a:gdLst>
              <a:gd name="connsiteX0" fmla="*/ 11548 w 3934465"/>
              <a:gd name="connsiteY0" fmla="*/ 113833 h 255286"/>
              <a:gd name="connsiteX1" fmla="*/ 1967684 w 3934465"/>
              <a:gd name="connsiteY1" fmla="*/ 0 h 255286"/>
              <a:gd name="connsiteX2" fmla="*/ 3934466 w 3934465"/>
              <a:gd name="connsiteY2" fmla="*/ 127644 h 255286"/>
              <a:gd name="connsiteX3" fmla="*/ 1967233 w 3934465"/>
              <a:gd name="connsiteY3" fmla="*/ 127643 h 255286"/>
              <a:gd name="connsiteX4" fmla="*/ 11548 w 3934465"/>
              <a:gd name="connsiteY4" fmla="*/ 113833 h 255286"/>
              <a:gd name="connsiteX0" fmla="*/ 11548 w 3934465"/>
              <a:gd name="connsiteY0" fmla="*/ 113833 h 255286"/>
              <a:gd name="connsiteX1" fmla="*/ 1967684 w 3934465"/>
              <a:gd name="connsiteY1" fmla="*/ 0 h 255286"/>
              <a:gd name="connsiteX2" fmla="*/ 3934466 w 3934465"/>
              <a:gd name="connsiteY2" fmla="*/ 127644 h 255286"/>
              <a:gd name="connsiteX0" fmla="*/ 0 w 3922918"/>
              <a:gd name="connsiteY0" fmla="*/ 485308 h 499119"/>
              <a:gd name="connsiteX1" fmla="*/ 1956136 w 3922918"/>
              <a:gd name="connsiteY1" fmla="*/ 371475 h 499119"/>
              <a:gd name="connsiteX2" fmla="*/ 3922918 w 3922918"/>
              <a:gd name="connsiteY2" fmla="*/ 499119 h 499119"/>
              <a:gd name="connsiteX3" fmla="*/ 1955685 w 3922918"/>
              <a:gd name="connsiteY3" fmla="*/ 499118 h 499119"/>
              <a:gd name="connsiteX4" fmla="*/ 0 w 3922918"/>
              <a:gd name="connsiteY4" fmla="*/ 485308 h 499119"/>
              <a:gd name="connsiteX0" fmla="*/ 0 w 3922918"/>
              <a:gd name="connsiteY0" fmla="*/ 485308 h 499119"/>
              <a:gd name="connsiteX1" fmla="*/ 1994236 w 3922918"/>
              <a:gd name="connsiteY1" fmla="*/ 0 h 499119"/>
              <a:gd name="connsiteX2" fmla="*/ 3922918 w 3922918"/>
              <a:gd name="connsiteY2" fmla="*/ 499119 h 499119"/>
              <a:gd name="connsiteX0" fmla="*/ 0 w 3922918"/>
              <a:gd name="connsiteY0" fmla="*/ 255347 h 269158"/>
              <a:gd name="connsiteX1" fmla="*/ 1956136 w 3922918"/>
              <a:gd name="connsiteY1" fmla="*/ 141514 h 269158"/>
              <a:gd name="connsiteX2" fmla="*/ 3922918 w 3922918"/>
              <a:gd name="connsiteY2" fmla="*/ 269158 h 269158"/>
              <a:gd name="connsiteX3" fmla="*/ 1955685 w 3922918"/>
              <a:gd name="connsiteY3" fmla="*/ 269157 h 269158"/>
              <a:gd name="connsiteX4" fmla="*/ 0 w 3922918"/>
              <a:gd name="connsiteY4" fmla="*/ 255347 h 269158"/>
              <a:gd name="connsiteX0" fmla="*/ 0 w 3922918"/>
              <a:gd name="connsiteY0" fmla="*/ 255347 h 269158"/>
              <a:gd name="connsiteX1" fmla="*/ 1904395 w 3922918"/>
              <a:gd name="connsiteY1" fmla="*/ 1 h 269158"/>
              <a:gd name="connsiteX2" fmla="*/ 3922918 w 3922918"/>
              <a:gd name="connsiteY2" fmla="*/ 269158 h 269158"/>
              <a:gd name="connsiteX0" fmla="*/ 0 w 3922918"/>
              <a:gd name="connsiteY0" fmla="*/ 210629 h 224440"/>
              <a:gd name="connsiteX1" fmla="*/ 1956136 w 3922918"/>
              <a:gd name="connsiteY1" fmla="*/ 96796 h 224440"/>
              <a:gd name="connsiteX2" fmla="*/ 3922918 w 3922918"/>
              <a:gd name="connsiteY2" fmla="*/ 224440 h 224440"/>
              <a:gd name="connsiteX3" fmla="*/ 1955685 w 3922918"/>
              <a:gd name="connsiteY3" fmla="*/ 224439 h 224440"/>
              <a:gd name="connsiteX4" fmla="*/ 0 w 3922918"/>
              <a:gd name="connsiteY4" fmla="*/ 210629 h 224440"/>
              <a:gd name="connsiteX0" fmla="*/ 0 w 3922918"/>
              <a:gd name="connsiteY0" fmla="*/ 210629 h 224440"/>
              <a:gd name="connsiteX1" fmla="*/ 1903485 w 3922918"/>
              <a:gd name="connsiteY1" fmla="*/ 1 h 224440"/>
              <a:gd name="connsiteX2" fmla="*/ 3922918 w 3922918"/>
              <a:gd name="connsiteY2" fmla="*/ 224440 h 224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2918" h="224440" stroke="0" extrusionOk="0">
                <a:moveTo>
                  <a:pt x="0" y="210629"/>
                </a:moveTo>
                <a:cubicBezTo>
                  <a:pt x="108654" y="145850"/>
                  <a:pt x="951868" y="96781"/>
                  <a:pt x="1956136" y="96796"/>
                </a:cubicBezTo>
                <a:cubicBezTo>
                  <a:pt x="3042436" y="96812"/>
                  <a:pt x="3922923" y="153955"/>
                  <a:pt x="3922918" y="224440"/>
                </a:cubicBezTo>
                <a:lnTo>
                  <a:pt x="1955685" y="224439"/>
                </a:lnTo>
                <a:lnTo>
                  <a:pt x="0" y="210629"/>
                </a:lnTo>
                <a:close/>
              </a:path>
              <a:path w="3922918" h="224440" fill="none">
                <a:moveTo>
                  <a:pt x="0" y="210629"/>
                </a:moveTo>
                <a:cubicBezTo>
                  <a:pt x="108654" y="145850"/>
                  <a:pt x="899217" y="-14"/>
                  <a:pt x="1903485" y="1"/>
                </a:cubicBezTo>
                <a:cubicBezTo>
                  <a:pt x="2989785" y="17"/>
                  <a:pt x="3922923" y="153955"/>
                  <a:pt x="3922918" y="224440"/>
                </a:cubicBezTo>
              </a:path>
            </a:pathLst>
          </a:cu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99908D84-8783-3EBE-A06A-231B5E05EB5E}"/>
              </a:ext>
            </a:extLst>
          </p:cNvPr>
          <p:cNvSpPr txBox="1"/>
          <p:nvPr/>
        </p:nvSpPr>
        <p:spPr>
          <a:xfrm>
            <a:off x="711687" y="6180523"/>
            <a:ext cx="426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バックエンド</a:t>
            </a:r>
            <a:r>
              <a:rPr kumimoji="1" lang="en-US" altLang="ja-JP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DB</a:t>
            </a:r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完成 </a:t>
            </a:r>
            <a:r>
              <a:rPr kumimoji="1" lang="en-US" altLang="ja-JP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/Node.js</a:t>
            </a:r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勉強中</a:t>
            </a:r>
            <a:endParaRPr kumimoji="1" lang="en-US" altLang="ja-JP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75895FA1-50FD-455D-790B-B557D50E3080}"/>
              </a:ext>
            </a:extLst>
          </p:cNvPr>
          <p:cNvSpPr txBox="1"/>
          <p:nvPr/>
        </p:nvSpPr>
        <p:spPr>
          <a:xfrm>
            <a:off x="6887410" y="6180523"/>
            <a:ext cx="481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フロントエンド </a:t>
            </a:r>
            <a:r>
              <a:rPr kumimoji="1" lang="en-US" altLang="ja-JP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 JS HTML CSS </a:t>
            </a:r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で画面製作</a:t>
            </a:r>
            <a:endParaRPr kumimoji="1" lang="en-US" altLang="ja-JP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5DCA8A45-06B7-ECEE-C6F2-80AB655AA945}"/>
              </a:ext>
            </a:extLst>
          </p:cNvPr>
          <p:cNvSpPr txBox="1"/>
          <p:nvPr/>
        </p:nvSpPr>
        <p:spPr>
          <a:xfrm>
            <a:off x="6801490" y="4586009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作業者が使う</a:t>
            </a:r>
            <a:endParaRPr kumimoji="1" lang="en-US" altLang="ja-JP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点検</a:t>
            </a:r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スマホアプリ</a:t>
            </a:r>
            <a:endParaRPr kumimoji="1" lang="en-US" altLang="ja-JP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4" name="図 63">
            <a:extLst>
              <a:ext uri="{FF2B5EF4-FFF2-40B4-BE49-F238E27FC236}">
                <a16:creationId xmlns:a16="http://schemas.microsoft.com/office/drawing/2014/main" id="{17F455B3-F2B9-329B-2816-02BD7AD99D6D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8146" t="864" r="10573" b="-1"/>
          <a:stretch/>
        </p:blipFill>
        <p:spPr>
          <a:xfrm>
            <a:off x="3933035" y="1224029"/>
            <a:ext cx="521604" cy="523219"/>
          </a:xfrm>
          <a:prstGeom prst="rect">
            <a:avLst/>
          </a:prstGeom>
        </p:spPr>
      </p:pic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90814FD2-59D5-2AFF-362B-8C8EAF596ED8}"/>
              </a:ext>
            </a:extLst>
          </p:cNvPr>
          <p:cNvSpPr txBox="1"/>
          <p:nvPr/>
        </p:nvSpPr>
        <p:spPr>
          <a:xfrm>
            <a:off x="9658234" y="4586009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承認</a:t>
            </a:r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者が使う</a:t>
            </a:r>
            <a:endParaRPr kumimoji="1" lang="en-US" altLang="ja-JP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ja-JP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PC</a:t>
            </a:r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アプリ</a:t>
            </a:r>
            <a:endParaRPr kumimoji="1" lang="en-US" altLang="ja-JP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DE6244B6-CB3A-9510-61BE-C9A394A9A792}"/>
              </a:ext>
            </a:extLst>
          </p:cNvPr>
          <p:cNvSpPr txBox="1"/>
          <p:nvPr/>
        </p:nvSpPr>
        <p:spPr>
          <a:xfrm>
            <a:off x="8270269" y="75033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発表する内容</a:t>
            </a:r>
            <a:endParaRPr kumimoji="1" lang="en-US" altLang="ja-JP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F5B61E04-E223-2238-E371-B58CBB6A37F8}"/>
              </a:ext>
            </a:extLst>
          </p:cNvPr>
          <p:cNvSpPr txBox="1"/>
          <p:nvPr/>
        </p:nvSpPr>
        <p:spPr>
          <a:xfrm>
            <a:off x="7225485" y="5429734"/>
            <a:ext cx="1183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rgbClr val="0070C0"/>
                </a:solidFill>
              </a:rPr>
              <a:t>進捗 </a:t>
            </a:r>
            <a:r>
              <a:rPr kumimoji="1" lang="en-US" altLang="ja-JP" sz="1600" b="1" dirty="0">
                <a:solidFill>
                  <a:srgbClr val="0070C0"/>
                </a:solidFill>
              </a:rPr>
              <a:t>: 50%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29A3C987-F125-61F3-545E-2080E2266F59}"/>
              </a:ext>
            </a:extLst>
          </p:cNvPr>
          <p:cNvSpPr txBox="1"/>
          <p:nvPr/>
        </p:nvSpPr>
        <p:spPr>
          <a:xfrm>
            <a:off x="9851395" y="5429734"/>
            <a:ext cx="1183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solidFill>
                  <a:schemeClr val="accent4">
                    <a:lumMod val="75000"/>
                  </a:schemeClr>
                </a:solidFill>
              </a:rPr>
              <a:t>進捗 </a:t>
            </a:r>
            <a:r>
              <a:rPr kumimoji="1" lang="en-US" altLang="ja-JP" sz="1600" b="1" dirty="0">
                <a:solidFill>
                  <a:schemeClr val="accent4">
                    <a:lumMod val="75000"/>
                  </a:schemeClr>
                </a:solidFill>
              </a:rPr>
              <a:t>: 20%</a:t>
            </a:r>
          </a:p>
        </p:txBody>
      </p:sp>
    </p:spTree>
    <p:extLst>
      <p:ext uri="{BB962C8B-B14F-4D97-AF65-F5344CB8AC3E}">
        <p14:creationId xmlns:p14="http://schemas.microsoft.com/office/powerpoint/2010/main" val="297305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8C12ED-F31F-E058-41E6-8BF1927273F8}"/>
              </a:ext>
            </a:extLst>
          </p:cNvPr>
          <p:cNvSpPr txBox="1"/>
          <p:nvPr/>
        </p:nvSpPr>
        <p:spPr>
          <a:xfrm>
            <a:off x="643588" y="386686"/>
            <a:ext cx="2390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+mn-ea"/>
              </a:rPr>
              <a:t>20</a:t>
            </a:r>
            <a:r>
              <a:rPr kumimoji="1" lang="ja-JP" altLang="en-US" sz="2800" b="1" dirty="0">
                <a:latin typeface="+mn-ea"/>
              </a:rPr>
              <a:t>日間の学び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59C7282-D3E7-D866-C065-04DFFD2B8A58}"/>
              </a:ext>
            </a:extLst>
          </p:cNvPr>
          <p:cNvSpPr/>
          <p:nvPr/>
        </p:nvSpPr>
        <p:spPr>
          <a:xfrm>
            <a:off x="659590" y="752475"/>
            <a:ext cx="2302685" cy="152400"/>
          </a:xfrm>
          <a:prstGeom prst="roundRect">
            <a:avLst>
              <a:gd name="adj" fmla="val 50000"/>
            </a:avLst>
          </a:prstGeom>
          <a:solidFill>
            <a:srgbClr val="FFC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06B8D68-5BD2-F753-4DCC-7EDFC6B2B8F7}"/>
              </a:ext>
            </a:extLst>
          </p:cNvPr>
          <p:cNvSpPr txBox="1"/>
          <p:nvPr/>
        </p:nvSpPr>
        <p:spPr>
          <a:xfrm>
            <a:off x="562973" y="1584989"/>
            <a:ext cx="11657358" cy="3272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ja-JP" altLang="en-US" b="1" dirty="0">
                <a:latin typeface="+mn-ea"/>
              </a:rPr>
              <a:t>・本気になれた　奥が深くおもしろい　インストラクター　仲間がいたから   </a:t>
            </a:r>
            <a:r>
              <a:rPr lang="en-US" altLang="ja-JP" sz="1400" b="1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(</a:t>
            </a:r>
            <a:r>
              <a:rPr lang="ja-JP" altLang="en-US" sz="1400" b="1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育児と両立不安だった ダイジョブだった</a:t>
            </a:r>
            <a:r>
              <a:rPr lang="en-US" altLang="ja-JP" sz="1400" b="1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)</a:t>
            </a:r>
            <a:endParaRPr lang="en-US" altLang="ja-JP" b="1" dirty="0">
              <a:solidFill>
                <a:schemeClr val="bg2">
                  <a:lumMod val="90000"/>
                </a:schemeClr>
              </a:solidFill>
              <a:latin typeface="+mn-ea"/>
            </a:endParaRPr>
          </a:p>
          <a:p>
            <a:pPr>
              <a:lnSpc>
                <a:spcPct val="300000"/>
              </a:lnSpc>
            </a:pPr>
            <a:r>
              <a:rPr lang="ja-JP" altLang="en-US" b="1" dirty="0">
                <a:latin typeface="+mn-ea"/>
              </a:rPr>
              <a:t>・自走力　バックエンド、サーバー　周辺知識の理解も深まる　自分以外 皆師 </a:t>
            </a:r>
            <a:endParaRPr lang="en-US" altLang="ja-JP" b="1" dirty="0">
              <a:latin typeface="+mn-ea"/>
            </a:endParaRPr>
          </a:p>
          <a:p>
            <a:pPr>
              <a:lnSpc>
                <a:spcPct val="300000"/>
              </a:lnSpc>
            </a:pPr>
            <a:r>
              <a:rPr kumimoji="1" lang="ja-JP" altLang="en-US" b="1" dirty="0">
                <a:latin typeface="+mn-ea"/>
              </a:rPr>
              <a:t>・言うは易し　行うは難し　</a:t>
            </a:r>
            <a:r>
              <a:rPr lang="ja-JP" altLang="en-US" b="1" dirty="0">
                <a:latin typeface="+mn-ea"/>
              </a:rPr>
              <a:t>生産現場出身 手を動かし プログラミング　たいへんさ　すごさを実感</a:t>
            </a:r>
            <a:endParaRPr lang="en-US" altLang="ja-JP" b="1" dirty="0">
              <a:latin typeface="+mn-ea"/>
            </a:endParaRPr>
          </a:p>
          <a:p>
            <a:pPr>
              <a:lnSpc>
                <a:spcPct val="300000"/>
              </a:lnSpc>
            </a:pPr>
            <a:r>
              <a:rPr lang="ja-JP" altLang="en-US" b="1" dirty="0">
                <a:latin typeface="+mn-ea"/>
              </a:rPr>
              <a:t>     プログラマー  </a:t>
            </a:r>
            <a:r>
              <a:rPr lang="en-US" altLang="ja-JP" b="1" dirty="0">
                <a:latin typeface="+mn-ea"/>
              </a:rPr>
              <a:t>IT</a:t>
            </a:r>
            <a:r>
              <a:rPr lang="ja-JP" altLang="en-US" b="1" dirty="0">
                <a:latin typeface="+mn-ea"/>
              </a:rPr>
              <a:t>関係者 へのリスペクト　かける言葉が変わった</a:t>
            </a:r>
            <a:endParaRPr kumimoji="1" lang="en-US" altLang="ja-JP" b="1" dirty="0">
              <a:latin typeface="+mn-ea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901769A-2E29-36EF-CA89-C6C41A0619C7}"/>
              </a:ext>
            </a:extLst>
          </p:cNvPr>
          <p:cNvSpPr/>
          <p:nvPr/>
        </p:nvSpPr>
        <p:spPr>
          <a:xfrm>
            <a:off x="874275" y="3917399"/>
            <a:ext cx="2573775" cy="54526"/>
          </a:xfrm>
          <a:prstGeom prst="roundRect">
            <a:avLst>
              <a:gd name="adj" fmla="val 50000"/>
            </a:avLst>
          </a:prstGeom>
          <a:solidFill>
            <a:srgbClr val="FFFF00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8464AC9-D8B9-ECF2-2C5A-1D76D0EAFFF0}"/>
              </a:ext>
            </a:extLst>
          </p:cNvPr>
          <p:cNvSpPr/>
          <p:nvPr/>
        </p:nvSpPr>
        <p:spPr>
          <a:xfrm>
            <a:off x="874276" y="3109755"/>
            <a:ext cx="735450" cy="54526"/>
          </a:xfrm>
          <a:prstGeom prst="roundRect">
            <a:avLst>
              <a:gd name="adj" fmla="val 50000"/>
            </a:avLst>
          </a:prstGeom>
          <a:solidFill>
            <a:srgbClr val="FFFF00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EA049AA2-0A12-A843-D62C-1858714E260E}"/>
              </a:ext>
            </a:extLst>
          </p:cNvPr>
          <p:cNvSpPr/>
          <p:nvPr/>
        </p:nvSpPr>
        <p:spPr>
          <a:xfrm>
            <a:off x="874275" y="2265583"/>
            <a:ext cx="1364099" cy="45719"/>
          </a:xfrm>
          <a:prstGeom prst="roundRect">
            <a:avLst>
              <a:gd name="adj" fmla="val 50000"/>
            </a:avLst>
          </a:prstGeom>
          <a:solidFill>
            <a:srgbClr val="FFFF00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D883A24-06E7-BA80-BA99-C35EFF947C39}"/>
              </a:ext>
            </a:extLst>
          </p:cNvPr>
          <p:cNvSpPr/>
          <p:nvPr/>
        </p:nvSpPr>
        <p:spPr>
          <a:xfrm>
            <a:off x="5293875" y="4744830"/>
            <a:ext cx="2259450" cy="45719"/>
          </a:xfrm>
          <a:prstGeom prst="roundRect">
            <a:avLst>
              <a:gd name="adj" fmla="val 50000"/>
            </a:avLst>
          </a:prstGeom>
          <a:solidFill>
            <a:srgbClr val="FFFF00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699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232</Words>
  <Application>Microsoft Office PowerPoint</Application>
  <PresentationFormat>ワイド画面</PresentationFormat>
  <Paragraphs>36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Fukatsu, Tomoya/深津 智也</dc:creator>
  <cp:lastModifiedBy>Fukatsu, Tomoya/深津 智也</cp:lastModifiedBy>
  <cp:revision>1</cp:revision>
  <dcterms:created xsi:type="dcterms:W3CDTF">2025-11-05T20:11:16Z</dcterms:created>
  <dcterms:modified xsi:type="dcterms:W3CDTF">2025-11-05T21:39:32Z</dcterms:modified>
</cp:coreProperties>
</file>